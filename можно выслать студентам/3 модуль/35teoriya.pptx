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ans" pitchFamily="2" charset="-52"/>
      <p:regular r:id="rId17"/>
    </p:embeddedFont>
    <p:embeddedFont>
      <p:font typeface="Nunito Sans Bold" charset="-52"/>
      <p:regular r:id="rId18"/>
    </p:embeddedFont>
    <p:embeddedFont>
      <p:font typeface="Nunito Sans Light" pitchFamily="2" charset="-5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172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1683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автоматизируем в code review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951659"/>
            <a:ext cx="2917851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Code review — это не одна проверка, а набор разных проверок. Автоматизированный reviewer может анализировать изменения, сопоставлять их с правилами проекта, находить дефекты и проверять обработку ошибок.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951659"/>
            <a:ext cx="2917851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AI-review работает как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дополнительный фильтр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перед человеческим review — быстро находит конкретные проблемы, а не заменяет ответственность разработчика. Он не знает причин архитектурных решений команды.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17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Анализируем изменение, не весь код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8802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Основной объект — diff Pull Request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16676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Нас интересует только то, что изменилось, а не все несколько тысяч строк проекта.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5265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Но diff иногда недостаточно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33139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Изменённая функция может вызывать другие компоненты или зависеть от существующей модели данных. Хороший reviewer начинает с diff, а при необходимости получает дополнительный контекст из репозитория.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Корректность важнее стиля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60216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5555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Поведение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964259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Может ли новый код вернуть неправильный результат или нарушить существующий сценарий?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360216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5555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Пустые данные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964259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Правильно ли обрабатываются null, пустые массивы и граничные значения?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55830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Пограничные случаи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1623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AI-reviewer последовательно проходит по условиям и находит сценарий, который разработчик не учёл.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654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Стилистика не должна быть шумом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2855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проверяет AI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51284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Именование, дублирование, сложные условия, мёртвый код — аспекты, которые влияют на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понимание и сопровождение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программы.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6651" y="2839541"/>
            <a:ext cx="5476043" cy="2053034"/>
          </a:xfrm>
          <a:prstGeom prst="roundRect">
            <a:avLst>
              <a:gd name="adj" fmla="val 6629"/>
            </a:avLst>
          </a:prstGeom>
          <a:solidFill>
            <a:srgbClr val="061B40"/>
          </a:solidFill>
          <a:ln/>
        </p:spPr>
      </p:sp>
      <p:sp>
        <p:nvSpPr>
          <p:cNvPr id="6" name="Text 4"/>
          <p:cNvSpPr/>
          <p:nvPr/>
        </p:nvSpPr>
        <p:spPr>
          <a:xfrm>
            <a:off x="6385658" y="3028553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Чего избегать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85658" y="3512840"/>
            <a:ext cx="50980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AI комментирует каждую переменную и каждый перенос строки, Pull Request заполняется десятками малоценных сообщений. Формальные требования лучше оставлять линтеру.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74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Архитектура: границы компонентов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0373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Третий уровень review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8247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Здесь важно, где появилась новая ответственность и не нарушает ли изменение границы системы.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26836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Примеры нарушений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4710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Frontend-компонент не должен обращаться к базе данных, а HTTP-обработчик не должен содержать всю бизнес-логику. Код может работать и проходить тесты, но архитектура проекта ухудшается.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66457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FF6D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932263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5723" y="490081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Чтобы AI находил такие проблемы, архитектурные правила должны быть сформулированы явно.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20911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Безопасность требует отдельных критериев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3731"/>
            <a:ext cx="6296860" cy="12528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8665" y="2102842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Входные данные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498665" y="2460327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Какие данные теперь принимает приложение и как они проверяются перед использованием?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319661"/>
            <a:ext cx="6296860" cy="15113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8665" y="3508772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Запросы и авторизация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498665" y="3866257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Какие запросы строятся, изменились ли правила авторизации? Новый endpoint может не проверять принадлежность объекта текущему пользователю.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84155"/>
            <a:ext cx="6296860" cy="12528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98665" y="5173266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AI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498665" y="5530751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полезен как дополнительный аналитик, но его вывод не означает доказательство отсутствия уязвимостей.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64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Комментарий должен быть проверяемым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92957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Бесполезный комментарий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40570" y="2254448"/>
            <a:ext cx="553795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«Здесь возможна проблема»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089646"/>
            <a:ext cx="25399" cy="624880"/>
          </a:xfrm>
          <a:prstGeom prst="roundRect">
            <a:avLst>
              <a:gd name="adj" fmla="val 50001"/>
            </a:avLst>
          </a:prstGeom>
          <a:solidFill>
            <a:srgbClr val="7DDB51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920504"/>
            <a:ext cx="52074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Такая фраза практически бесполезна — непонятно, что именно изменить и при каких условиях проблема проявляется.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29105" y="1592957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Полезный комментарий содержит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9105" y="2089646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29105" y="2380456"/>
            <a:ext cx="5207465" cy="254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0" name="Text 8"/>
          <p:cNvSpPr/>
          <p:nvPr/>
        </p:nvSpPr>
        <p:spPr>
          <a:xfrm>
            <a:off x="6329105" y="2524224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Конкретный файл и строку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29105" y="3137595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29105" y="3428405"/>
            <a:ext cx="5207465" cy="254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3" name="Text 11"/>
          <p:cNvSpPr/>
          <p:nvPr/>
        </p:nvSpPr>
        <p:spPr>
          <a:xfrm>
            <a:off x="6329105" y="3572173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Условия проявления проблемы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9105" y="4185543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29105" y="4476353"/>
            <a:ext cx="5207465" cy="254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6" name="Text 14"/>
          <p:cNvSpPr/>
          <p:nvPr/>
        </p:nvSpPr>
        <p:spPr>
          <a:xfrm>
            <a:off x="6329105" y="4620121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именно изменить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29105" y="5233491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29105" y="5524302"/>
            <a:ext cx="5207465" cy="2540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9" name="Text 17"/>
          <p:cNvSpPr/>
          <p:nvPr/>
        </p:nvSpPr>
        <p:spPr>
          <a:xfrm>
            <a:off x="6329105" y="5668070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Ссылку на стандарт проекта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6878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Облачное ревью: OpenAI Codex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722563"/>
            <a:ext cx="32556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это работает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206849"/>
            <a:ext cx="325568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Codex от OpenAI подключается к GitHub-репозиторию и автоматически выполняет review, когда PR переходит в ready. Команде не нужно строить интеграцию самостоятельно.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248540" y="2533551"/>
            <a:ext cx="2852170" cy="3255566"/>
          </a:xfrm>
          <a:prstGeom prst="roundRect">
            <a:avLst>
              <a:gd name="adj" fmla="val 4772"/>
            </a:avLst>
          </a:prstGeom>
          <a:solidFill>
            <a:srgbClr val="061B40"/>
          </a:solidFill>
          <a:ln/>
        </p:spPr>
      </p:sp>
      <p:sp>
        <p:nvSpPr>
          <p:cNvPr id="8" name="Text 5"/>
          <p:cNvSpPr/>
          <p:nvPr/>
        </p:nvSpPr>
        <p:spPr>
          <a:xfrm>
            <a:off x="4437547" y="2722563"/>
            <a:ext cx="247415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мы выберем другой путь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437547" y="3502124"/>
            <a:ext cx="2474156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практики мы откажемся от облачной подписки, чтобы увидеть, как устроена автоматизация изнутри, и не зависеть от внешнего сервиса.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29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GitHub Actions: review как CI job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206" y="1235670"/>
            <a:ext cx="8623283" cy="371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64495" y="4249100"/>
            <a:ext cx="235097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Публикует комментарий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364495" y="3388300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Отправка в AI API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364495" y="2536195"/>
            <a:ext cx="2198410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Workflow получает diff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64495" y="1675394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Открыт PR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475" y="5211266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устроено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1475" y="5568454"/>
            <a:ext cx="5249930" cy="659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Workflow в </a:t>
            </a: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получает diff, отправляет его во внешний AI API, принимает результат и публикует комментарий через GitHub API. Ключ AI хранится в GitHub Actions Secrets.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86640" y="5211266"/>
            <a:ext cx="5249930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Уязвимость fork PR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86640" y="5574804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Pull Request из fork может содержать недоверенный код. Попытка обойти ограничения и выполнить код с доступом к секретам создаёт известный класс уязвимостей — </a:t>
            </a: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pwn request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8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Наша схема: Hermes + GitHub CLI + polling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95524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44058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Cron-задача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2849265"/>
            <a:ext cx="5056359" cy="630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Gateway запускает периодический polling через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pr list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495524"/>
            <a:ext cx="5434373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4854" y="244058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Получение diff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84854" y="2849265"/>
            <a:ext cx="5056359" cy="3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получает изменения через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pr diff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668514"/>
            <a:ext cx="5434373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482" y="461357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 Hermes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50482" y="502225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Применяется code-review Skill по заданным критериям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668514"/>
            <a:ext cx="5434373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4854" y="461357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Публикация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84854" y="502225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GitHub CLI возвращает результат в PR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72631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Этот вариант не требует публичного webhook и работает за NAT. Мы не привязываемся ни к облачной подписке, ни к платному API.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Широкоэкранный</PresentationFormat>
  <Paragraphs>80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Nunito Sans</vt:lpstr>
      <vt:lpstr>Nunito Sans Bold</vt:lpstr>
      <vt:lpstr>Consolas</vt:lpstr>
      <vt:lpstr>Nunito Sans Light</vt:lpstr>
      <vt:lpstr>Noto Color Emoji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2026-09-22T20:57:33Z</dcterms:created>
  <dcterms:modified xsi:type="dcterms:W3CDTF">2026-09-22T21:30:56Z</dcterms:modified>
</cp:coreProperties>
</file>