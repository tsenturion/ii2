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</p:embeddedFont>
    <p:embeddedFont>
      <p:font typeface="Nunito Sans Bold" charset="-5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37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5623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 тестов — это не просто количество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2100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быстро анализирует функцию и предлагает сценарии для обычных случаев, граничных значений и ошибок. Но цель не в объёме файлов — а в том, какие ошибки тесты способны обнаружить.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040882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30857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4277122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в коде уже есть ошибка в бизнес-логике, AI может закрепить её как ожидаемое поведение. Давайте агенту не только код, но и требования и контракт модуля.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440259"/>
            <a:ext cx="1005160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496913"/>
            <a:ext cx="13879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UNIT-ТЕСТ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803003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 изолированной логики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173313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Unit-тест проверяет небольшой участок кода отдельно от остальной системы. Функция расчёта скидки не нуждается в настоящей базе данных — достаточно передать входные значения и проверить результат.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полезен для анализа условных ветвей. Но хороший unit-тест проверяет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поведение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внутреннее устройство. Тест, зависящий от каждой локальной переменной, будет ломаться при рефакторинге — даже когда внешнее поведение осталось правильным.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20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Integration-тест: взаимодействие компонентов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00" y="1704380"/>
            <a:ext cx="6064396" cy="3599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4520" y="4323645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Реальная схема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84679" y="4468847"/>
            <a:ext cx="1507483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SQL-запрос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53861" y="4468847"/>
            <a:ext cx="1507483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Репозиторий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5495627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Ошибка возникает только при взаимодействии с реальной схемой. AI должен понимать эту границу: если подменить все зависимости mock-объектами — это снова unit-тест.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2471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Покрытие: что выполнилось, а не что проверилось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6914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показывает coverage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653433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Покрытие — навигационный инструмент для поиска непроверенных областей кода. Оно фиксирует, какие строки выполнялись во время тестирования.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169146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Чего coverage не гарантирует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948708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Можно вызвать функцию, пройти через весь метод и вообще не проверить результат. Формально coverage вырастет — но полезного контроля поведения не появится.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29184"/>
            <a:ext cx="17157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7DDB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785838"/>
            <a:ext cx="20985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7DDB5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BRANCH COVERAGE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91928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Ветви важнее строк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71589"/>
            <a:ext cx="5203794" cy="229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Строка с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может быть выполнена, но одна ветвь условия могла ни разу не сработать. Line coverage этого не покажет.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Branch coverage фиксирует, проходили ли тесты по всем направлениям выполнения. Для AI это ценная обратная связь: агент видит недостижимые ветки и добавляет недостающие сценарии.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Фикстура: известное начальное состояние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60216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5555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фикстура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4259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Тестовые данные — пользователь, заказ, файл или состояние базы. Тест получает известные данные и не зависит от случайного состояния предыдущего запуска.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255889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8717" y="445125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и генерация фикстур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28717" y="4859933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удобен для объёмных моделей данных. Но если для проверки нужны только цена и количество — не стоит генерировать огромный объект со всеми полями production-системы.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591469"/>
            <a:ext cx="668122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648123"/>
            <a:ext cx="10508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954213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Подмена только мешающих зависимостей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32452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Mock заменяет внешнюю зависимость — платёжный сервис, email, внешний API. Не нужно совершать настоящий платёж при каждом запуске unit-тестов.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Подменяются только границы, которые не относятся к проверяемой логике или делают тест медленным. AI склонен к избыточному mocking — поэтому явно указывайте агенту, какие зависимости можно подменять.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5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Mutation Testing: проверка силы тестов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62" y="2336899"/>
            <a:ext cx="5152896" cy="305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49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Проанализировать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08883" y="456244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Запустить тесты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68297" y="4685824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Мутировать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32251" y="178464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Зачем это нужно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32251" y="2268934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Mutation testing работает наоборот: программу намеренно повреждают и смотрят, обнаружат ли тесты изменение. Если тесты продолжают проходить — они недостаточно точны.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32251" y="397004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использовать с AI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4454327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запроса «добавь ещё тестов» покажите агенту конкретного выжившего мутанта и попросите добавить сценарий, который его обнаружит.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5019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Сгенерированный тест требует review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43013"/>
            <a:ext cx="6296860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2232124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Тест, который всегда проходит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258960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может вычислять ожидаемый результат тем же алгоритмом, что и тестируемая функция — и тест никогда не упадёт, даже при ошибке.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48943"/>
            <a:ext cx="6296860" cy="1252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3638054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проверять при review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399553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Какое поведение подтверждается? Способен ли тест реально упасть после ошибки в production-коде?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54873"/>
            <a:ext cx="6296860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6779" y="5043984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Красный флаг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926779" y="5401469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подозрительно, когда AI одновременно изменяет реализацию и тест, а затем сообщает об успехе.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2466"/>
            <a:ext cx="839766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99120"/>
            <a:ext cx="12225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5210"/>
            <a:ext cx="520379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Цикл «сгенерировал — запустил — проанализировал»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166170"/>
            <a:ext cx="5203794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Главное отличие агентного подхода — наличие обратной связи. Нужно не просто получить текст файла, но запустить тесты реальным test runner-ом и получить фактические результаты.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тест не проходит, агент различает: ошибка в production-коде, в самом тесте, в фикстуре или в окружении. Hermes читает файлы, запускает инструменты проекта и повторно применяет процедуры к следующим модулям.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Широкоэкранный</PresentationFormat>
  <Paragraphs>59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Sans</vt:lpstr>
      <vt:lpstr>Arial</vt:lpstr>
      <vt:lpstr>Nunito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2026-09-22T21:09:15Z</dcterms:created>
  <dcterms:modified xsi:type="dcterms:W3CDTF">2026-09-22T21:31:08Z</dcterms:modified>
</cp:coreProperties>
</file>