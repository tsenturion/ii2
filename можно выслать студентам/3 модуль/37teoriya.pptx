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  <p:italic r:id="rId18"/>
    </p:embeddedFont>
    <p:embeddedFont>
      <p:font typeface="Nunito Sans Bold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8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78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Документация объясняет систему, не код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067520"/>
            <a:ext cx="29293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документация отвечает на вопросы, которые нельзя получить, просто прочитав функцию.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35324" y="2105918"/>
            <a:ext cx="2929360" cy="652165"/>
          </a:xfrm>
          <a:prstGeom prst="roundRect">
            <a:avLst>
              <a:gd name="adj" fmla="val 1156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21156" y="2291755"/>
            <a:ext cx="25576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Назначение модуля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035324" y="2928640"/>
            <a:ext cx="2929360" cy="932656"/>
          </a:xfrm>
          <a:prstGeom prst="roundRect">
            <a:avLst>
              <a:gd name="adj" fmla="val 808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21156" y="3114477"/>
            <a:ext cx="255769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Интерфейс и ограничения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035324" y="4031853"/>
            <a:ext cx="2929360" cy="932656"/>
          </a:xfrm>
          <a:prstGeom prst="roundRect">
            <a:avLst>
              <a:gd name="adj" fmla="val 808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21156" y="4217690"/>
            <a:ext cx="255769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Сценарии использования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61475" y="5348288"/>
            <a:ext cx="6296860" cy="973931"/>
          </a:xfrm>
          <a:prstGeom prst="roundRect">
            <a:avLst>
              <a:gd name="adj" fmla="val 7744"/>
            </a:avLst>
          </a:prstGeom>
          <a:solidFill>
            <a:srgbClr val="DFF6D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57" y="5590778"/>
            <a:ext cx="224427" cy="179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4867" y="5563691"/>
            <a:ext cx="553398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помогает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исследовать модуль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перед написанием — а не просто переписывает строки кода.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5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Источник — проверяемые данные проекта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2317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74553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может написать правдоподобный текст о функции, которой не существует. Поэтому факты берут только из реального кода.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здесь —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технический автор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который собирает существующие сведения, но не придумывает новые требования.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64773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564187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Функции и классы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975" y="5647730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77383" y="564187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Параметры и тесты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5635" y="5647730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79042" y="564187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Зависимости и Git-история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6566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README — точка входа в проект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178917"/>
            <a:ext cx="6296860" cy="11226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02417" y="1278136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384665" y="1708051"/>
            <a:ext cx="599425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Назначение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84665" y="1970286"/>
            <a:ext cx="599425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чего существует модуль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394148"/>
            <a:ext cx="6296860" cy="11226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2417" y="2493367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384665" y="2923282"/>
            <a:ext cx="599425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Возможности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384665" y="3185517"/>
            <a:ext cx="599425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Публичные компоненты и интерфейс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609380"/>
            <a:ext cx="6296860" cy="11226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2417" y="3708598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384665" y="4138513"/>
            <a:ext cx="599425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Окружение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384665" y="4400748"/>
            <a:ext cx="599425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Требования и команды запуска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824611"/>
            <a:ext cx="6296860" cy="11226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02417" y="4923830"/>
            <a:ext cx="15874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384665" y="5353745"/>
            <a:ext cx="599425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Ограничения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384665" y="5615980"/>
            <a:ext cx="599425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Важные оговорки и исключения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233360" y="6051451"/>
            <a:ext cx="690644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Новый разработчик должен быстро понять суть — без погружения в исходный код.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516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API-документация фиксирует контракт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031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Отделяем публичный интерфейс от внутренней реализации.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Документация не пересказывает каждую переменную внутри функции — только то, что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видит пользователь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05040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318099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28664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Контракт — это обещание. Нарушить его значит сломать всех, кто на него полагается.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6165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Логика отличается от интерфейса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839045"/>
            <a:ext cx="2917851" cy="2644577"/>
          </a:xfrm>
          <a:prstGeom prst="roundRect">
            <a:avLst>
              <a:gd name="adj" fmla="val 300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845395"/>
            <a:ext cx="2905152" cy="1164729"/>
          </a:xfrm>
          <a:custGeom>
            <a:avLst/>
            <a:gdLst/>
            <a:ahLst/>
            <a:cxnLst/>
            <a:rect l="l" t="t" r="r" b="b"/>
            <a:pathLst>
              <a:path w="2905152" h="1164729">
                <a:moveTo>
                  <a:pt x="66156" y="0"/>
                </a:moveTo>
                <a:lnTo>
                  <a:pt x="2838995" y="0"/>
                </a:lnTo>
                <a:arcTo wR="66156" hR="66158" stAng="16200000" swAng="5400000"/>
                <a:lnTo>
                  <a:pt x="2905152" y="1164729"/>
                </a:lnTo>
                <a:lnTo>
                  <a:pt x="0" y="1164729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3034407"/>
            <a:ext cx="25271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API говорит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518694"/>
            <a:ext cx="252713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 функция возвращает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4010124"/>
            <a:ext cx="2905152" cy="1467148"/>
          </a:xfrm>
          <a:custGeom>
            <a:avLst/>
            <a:gdLst/>
            <a:ahLst/>
            <a:cxnLst/>
            <a:rect l="l" t="t" r="r" b="b"/>
            <a:pathLst>
              <a:path w="2905152" h="1467148">
                <a:moveTo>
                  <a:pt x="0" y="0"/>
                </a:moveTo>
                <a:lnTo>
                  <a:pt x="2905152" y="0"/>
                </a:lnTo>
                <a:lnTo>
                  <a:pt x="2905152" y="1400990"/>
                </a:lnTo>
                <a:arcTo wR="66156" hR="66158" stAng="0" swAng="5400000"/>
                <a:lnTo>
                  <a:pt x="66156" y="146714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010124"/>
            <a:ext cx="2905152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199136"/>
            <a:ext cx="25271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Логика объясняет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683423"/>
            <a:ext cx="25271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Почему система принимает конкретное решение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46833" y="2796480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Выделяем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причинно-следственную связь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между входными данными и результатом — не пересказывая код построчно.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91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Changelog — история продукта, не commit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5867"/>
            <a:ext cx="5203794" cy="3380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454" y="2380613"/>
            <a:ext cx="1439669" cy="17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Commit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0266" y="2611766"/>
            <a:ext cx="1542045" cy="431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Краткий технический комментарий для разработчиков.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543463" y="4688139"/>
            <a:ext cx="1439668" cy="17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Перевод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92274" y="4919292"/>
            <a:ext cx="1542045" cy="28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Интерпретация изменения как поведение системы.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45471" y="2380613"/>
            <a:ext cx="1439668" cy="17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Changelog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94282" y="2611766"/>
            <a:ext cx="1542045" cy="431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Ясное описание заметного изменения для пользователей.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32776" y="2133302"/>
            <a:ext cx="5203794" cy="139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Commit может называться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fix tests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ничего не объясняет пользователю.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запись в changelog раскрывает,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именно изменилось в поведении системы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между версиями.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964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Onboarding сокращает время входа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22463"/>
            <a:ext cx="340213" cy="340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64862" y="1980902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Окружение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764862" y="2338388"/>
            <a:ext cx="57653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 подготовить рабочее место с нуля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903141"/>
            <a:ext cx="340213" cy="3402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64862" y="2961580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Структура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764862" y="3319066"/>
            <a:ext cx="57653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Какие каталоги важны и откуда начинать чтение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883819"/>
            <a:ext cx="340213" cy="3402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4862" y="3942259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Тесты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764862" y="4299744"/>
            <a:ext cx="57653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 запустить и убедиться, что всё работает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4864497"/>
            <a:ext cx="340213" cy="3402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64862" y="4922937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Правила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5764862" y="5280422"/>
            <a:ext cx="57653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Соглашения проекта, которые автор считает очевидными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233360" y="5711230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помогает выявить шаги, которые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автор проекта считает очевидными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но новичок не знает.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Документация может устареть сразу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79998"/>
            <a:ext cx="690326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изменилась сигнатура функции, а README остался прежним — новый разработчик получит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неправильную инструкцию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Код работает. Тесты проходят. Но документация врёт.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96994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25033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18723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не решает это автоматически — но позволяет быстро обновлять документацию после изменений кода.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1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Hermes как повторяемый технический автор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5213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команда регулярно создаёт документацию одинаково, процесс можно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формализовать через Skills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хранилище повторяемых процедур, команд и шаблонов.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превращает документирование в стандартный этап разработки — такой же предсказуемый, как сборка или деплой.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32776" y="2377777"/>
            <a:ext cx="650462" cy="673298"/>
          </a:xfrm>
          <a:prstGeom prst="roundRect">
            <a:avLst>
              <a:gd name="adj" fmla="val 12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28133" y="2548334"/>
            <a:ext cx="259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172245" y="2566789"/>
            <a:ext cx="41753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Шаблоны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077692" y="3038376"/>
            <a:ext cx="4364424" cy="127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8" name="Shape 6"/>
          <p:cNvSpPr/>
          <p:nvPr/>
        </p:nvSpPr>
        <p:spPr>
          <a:xfrm>
            <a:off x="6332776" y="3145532"/>
            <a:ext cx="1300924" cy="673298"/>
          </a:xfrm>
          <a:prstGeom prst="roundRect">
            <a:avLst>
              <a:gd name="adj" fmla="val 1179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0288" y="3316089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822707" y="3334544"/>
            <a:ext cx="35248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Процедуры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728154" y="3806130"/>
            <a:ext cx="3713963" cy="127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2776" y="3913287"/>
            <a:ext cx="1951386" cy="673298"/>
          </a:xfrm>
          <a:prstGeom prst="roundRect">
            <a:avLst>
              <a:gd name="adj" fmla="val 1179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5519" y="408384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8473168" y="4102298"/>
            <a:ext cx="28743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Skills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8615" y="4573885"/>
            <a:ext cx="3063501" cy="127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2776" y="4681041"/>
            <a:ext cx="2601847" cy="673298"/>
          </a:xfrm>
          <a:prstGeom prst="roundRect">
            <a:avLst>
              <a:gd name="adj" fmla="val 1179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0750" y="48515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123630" y="4870053"/>
            <a:ext cx="2223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Стандарт команды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53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Сгенерированная документация требует проверки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6" y="1217216"/>
            <a:ext cx="6787484" cy="3708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97130" y="2955100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Исследование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568448" y="2930968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28436" y="2938695"/>
            <a:ext cx="1572693" cy="21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30391"/>
            <a:ext cx="3561170" cy="9248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8978" y="5181699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Существуют ли файлы?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88978" y="5443934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Проверяем, что упомянутые пути реальны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213" y="5030391"/>
            <a:ext cx="3561170" cy="9248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42716" y="5181699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Совпадают ли названия?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42716" y="5443934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Функции, параметры, типы — сверяем с кодом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8951" y="5030391"/>
            <a:ext cx="3561170" cy="9248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96454" y="5181699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Работают ли команды?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196454" y="5443934"/>
            <a:ext cx="318236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Запускаем и убеждаемся, что описание соответствует тестам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61475" y="605938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Документация правильна не потому, что </a:t>
            </a:r>
            <a:r>
              <a:rPr lang="en-US" sz="100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хорошо написана</a:t>
            </a: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а потому что </a:t>
            </a: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проверена по коду</a:t>
            </a:r>
            <a:r>
              <a:rPr lang="en-US" sz="1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Широкоэкранный</PresentationFormat>
  <Paragraphs>91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Sans</vt:lpstr>
      <vt:lpstr>Arial</vt:lpstr>
      <vt:lpstr>Nunito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2026-09-22T21:26:25Z</dcterms:created>
  <dcterms:modified xsi:type="dcterms:W3CDTF">2026-09-22T21:31:20Z</dcterms:modified>
</cp:coreProperties>
</file>