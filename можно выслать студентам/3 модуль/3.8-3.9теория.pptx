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Sans" pitchFamily="2" charset="-52"/>
      <p:regular r:id="rId17"/>
      <p:italic r:id="rId18"/>
    </p:embeddedFont>
    <p:embeddedFont>
      <p:font typeface="Nunito Sans Bold" charset="-52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832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48494"/>
            <a:ext cx="6296860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Баг-репорт и логи — разные источники информации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758480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видит пользователь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233360" y="3209528"/>
            <a:ext cx="2929360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Баг-репорт описывает внешнюю картину: какое действие выполнялось, что ожидалось и что произошло. Это взгляд снаружи.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07210" y="2758480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видит система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607210" y="3209528"/>
            <a:ext cx="292936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Логи показывают внутреннюю сторону события — технические детали в момент сбоя. Это взгляд изнутри.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33360" y="4955381"/>
            <a:ext cx="6296860" cy="1254026"/>
          </a:xfrm>
          <a:prstGeom prst="roundRect">
            <a:avLst>
              <a:gd name="adj" fmla="val 6014"/>
            </a:avLst>
          </a:prstGeom>
          <a:solidFill>
            <a:srgbClr val="DFF6D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843" y="5197872"/>
            <a:ext cx="224427" cy="1794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16752" y="5170785"/>
            <a:ext cx="553398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Пример: ошибка 500 после отправки формы. В логах — исключение БД, timeout или ошибка преобразования данных. Одно наблюдение, разные возможные причины.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106263"/>
            <a:ext cx="4430205" cy="664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67941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 лога важнее отдельной строки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713409"/>
            <a:ext cx="6906444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Одна строка с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редко объясняет всю ошибку. Для понимания нужны: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233360" y="2037755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81391" y="2185789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Время события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81391" y="2470944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именно произошёл сбой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33360" y="2923679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81391" y="3071713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Уровень сообщения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81391" y="3356868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ERROR, WARN, INFO — контекст серьёзности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33360" y="3809603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81391" y="3957638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Request ID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381391" y="4242792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Идентификатор запроса для трассировки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33360" y="4695527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81391" y="4843562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Соседние записи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381391" y="5128716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Что происходило до и после ошибки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233360" y="5594747"/>
            <a:ext cx="629686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Ошибка записи заказа — часто </a:t>
            </a:r>
            <a:r>
              <a:rPr lang="en-US" sz="1100" i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последствие</a:t>
            </a: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цепочки: потеря соединения с БД → превышение времени ожидания → финальная ошибка. Последняя запись в логе не всегда первопричина.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905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Stack trace — история вызовов до исключения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74218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такое stack trace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226469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Stack trace показывает, через какие функции прошёл вызов перед ошибкой. Это не просто список имён — это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путь, по которому программа пришла к сбою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32273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Важный нюанс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3807023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Последняя функция в traceback не обязательно источник дефекта. Если функция получила некорректные данные от предыдущего компонента, исправлять только последнюю строку — неправильно.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3201" y="4926905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207298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47449" y="5144195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Нужно понять: какие значения поступили в проблемную функцию и кто её вызвал.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263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Корреляция событий восстанавливает последовательность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678" y="1388269"/>
            <a:ext cx="8084340" cy="3486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97661" y="4213395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Логи ошибки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597661" y="3406384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База данных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597661" y="2607525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Сервис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97661" y="1800515"/>
            <a:ext cx="183406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HTTP‑обработчик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1475" y="5100340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Одна операция — несколько логов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1475" y="5428059"/>
            <a:ext cx="52614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 большой системе одно действие пользователя оставляет записи в нескольких местах: HTTP-обработчик, сервис, база данных, уведомления.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75131" y="5100340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восстановить последовательность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75131" y="5428059"/>
            <a:ext cx="5261439" cy="601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 времени и по корреляционным идентификаторам: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request_id</a:t>
            </a: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trace_id</a:t>
            </a: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Совпадение по времени — лишь основание исследовать связь, не доказательство причины.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59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Три уровня проблемы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895" y="1804591"/>
            <a:ext cx="1793334" cy="11018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45662" y="2326283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464236" y="1999952"/>
            <a:ext cx="68769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Первопричина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464236" y="2408634"/>
            <a:ext cx="68769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API изменился, поле перестало передаваться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322456" y="2917329"/>
            <a:ext cx="7160537" cy="127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278" y="2953643"/>
            <a:ext cx="3586668" cy="11018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45662" y="3338413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5360953" y="3142655"/>
            <a:ext cx="59802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Непосредственная ошибка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5360953" y="3551337"/>
            <a:ext cx="5980261" cy="3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Техническое исключение: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219173" y="4066381"/>
            <a:ext cx="6263821" cy="127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61" y="4102695"/>
            <a:ext cx="5380002" cy="11018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45563" y="4487466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2050" dirty="0"/>
          </a:p>
        </p:txBody>
      </p:sp>
      <p:sp>
        <p:nvSpPr>
          <p:cNvPr id="15" name="Text 10"/>
          <p:cNvSpPr/>
          <p:nvPr/>
        </p:nvSpPr>
        <p:spPr>
          <a:xfrm>
            <a:off x="6257570" y="4298057"/>
            <a:ext cx="5083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Симптом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6257570" y="4706739"/>
            <a:ext cx="5083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Форма не сохранилась — то, что видит пользователь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61475" y="541714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Обработка только последней ошибки скрывает реальную проблему. Root cause analysis ищет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самое раннее существенное нарушение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ожидаемого поведения.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69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Гипотеза — проверяемое объяснение, не догадка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2646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Плохая гипотеза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1075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«Проблема в базе данных» — слишком абстрактно, нечего проверять.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5046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Хорошая гипотеза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988891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«Соединение закрывается до второго запроса. Если верно — перед исключением должна быть операция закрытия. Воспроизведение без преждевременного закрытия устранит сбой.»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250083"/>
            <a:ext cx="2507394" cy="18132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48780" y="2464495"/>
            <a:ext cx="197698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Факт из баг-репорта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648780" y="3244056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Что сообщил пользователь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9176" y="2250083"/>
            <a:ext cx="2507394" cy="18132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45180" y="2464495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Факт из логов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9345180" y="2948781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Что зафиксировала система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4252317"/>
            <a:ext cx="2507394" cy="18203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48780" y="4466729"/>
            <a:ext cx="197698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Факт из traceback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6648780" y="5246291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Путь вызовов до ошибки</a:t>
            </a:r>
            <a:endParaRPr lang="en-US" sz="14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4252317"/>
            <a:ext cx="2507394" cy="182036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45180" y="4466729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Факт из кода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345180" y="4951016"/>
            <a:ext cx="197698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Что делает подозрительный участок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3824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Один симптом — несколько возможных причин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802705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HTTP 500 может быть следствием совершенно разных проблем: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194024"/>
            <a:ext cx="401627" cy="4016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05640" y="2194024"/>
            <a:ext cx="57245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Дефект бизнес-логики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805640" y="2526903"/>
            <a:ext cx="572458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Ошибка в обработке данных внутри приложения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037681"/>
            <a:ext cx="401627" cy="4016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05640" y="3037681"/>
            <a:ext cx="57245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Ошибка БД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805640" y="3370560"/>
            <a:ext cx="572458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Потеря соединения, timeout, нарушение ограничений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881338"/>
            <a:ext cx="401627" cy="4016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05640" y="3881338"/>
            <a:ext cx="57245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Конфигурация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5805640" y="4214217"/>
            <a:ext cx="572458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Неверные переменные окружения или параметры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724995"/>
            <a:ext cx="401627" cy="4016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805640" y="4724995"/>
            <a:ext cx="57245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Внешний API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5805640" y="5057874"/>
            <a:ext cx="572458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Недоступность или изменение формата ответа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5233360" y="5449193"/>
            <a:ext cx="6296860" cy="814983"/>
          </a:xfrm>
          <a:prstGeom prst="roundRect">
            <a:avLst>
              <a:gd name="adj" fmla="val 8280"/>
            </a:avLst>
          </a:prstGeom>
          <a:solidFill>
            <a:srgbClr val="DFF6D5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3992" y="5643959"/>
            <a:ext cx="200814" cy="16063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755436" y="5625802"/>
            <a:ext cx="561415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 раннем этапе не фиксируйтесь на первом правдоподобном объяснении — это преждевременное закрытие диагностического поиска.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09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Приоритизация гипотез по фактам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74406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 случайный порядок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228354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 генерации нескольких версий проверяют по приоритету: сначала гипотезы, которые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хорошо объясняют имеющиеся свидетельства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быстро проверяются.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32462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Пример приоритизации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3808909"/>
            <a:ext cx="6903269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stack trace указывает на функцию, а в недавнем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именно там изменилось условие — эту версию логично проверить раньше редкого дефекта ОС.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491787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Обоснование обязательно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633201" y="5402163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Какие факты усиливают гипотезу? Какие свидетельствуют против неё? Приоритизация без обоснования — та же догадка.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48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План проверки и ожидаемый результат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418" y="1249859"/>
            <a:ext cx="5106860" cy="30310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96876" y="3577827"/>
            <a:ext cx="1269457" cy="24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Сравниваем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97011" y="3577827"/>
            <a:ext cx="1269457" cy="24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Запускаем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71063" y="3455551"/>
            <a:ext cx="1269457" cy="489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Формулируем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1475" y="4537869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Структура эксперимента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1475" y="4895056"/>
            <a:ext cx="524993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Каждая гипотеза превращается в эксперимент: что проверить, какие данные получить, какой результат означает подтверждение или опровержение.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86640" y="4537869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Конкретный пример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286640" y="4895056"/>
            <a:ext cx="5249930" cy="659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ошибка только при пустом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delivered_at</a:t>
            </a: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воспроизводим запрос с заполненным и отсутствующим значением. Если проблема только во втором случае и stack trace совпадает — гипотеза подтверждена.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5799336"/>
            <a:ext cx="10868745" cy="523081"/>
          </a:xfrm>
          <a:prstGeom prst="roundRect">
            <a:avLst>
              <a:gd name="adj" fmla="val 12142"/>
            </a:avLst>
          </a:prstGeom>
          <a:solidFill>
            <a:srgbClr val="FCF2B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80" y="5971778"/>
            <a:ext cx="189007" cy="1512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52893" y="5958086"/>
            <a:ext cx="1083570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Заранее определите ожидаемый результат — иначе любой исход легко интерпретировать в пользу первоначальной версии.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65572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AI как диагностический инструмент, не автоисправление</a:t>
            </a:r>
            <a:endParaRPr lang="en-US" sz="2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891903"/>
            <a:ext cx="756028" cy="9072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8447" y="2043113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Изучение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538447" y="2351881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 читает исходники, логи и traceback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799159"/>
            <a:ext cx="756028" cy="9072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8447" y="2950369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Воспроизведение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538447" y="3259138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Запускает тесты и воспроизводит сбой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706416"/>
            <a:ext cx="756028" cy="9072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38447" y="3857625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Разделение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538447" y="4166394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Факты / гипотезы / непроверенные предположения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613672"/>
            <a:ext cx="756028" cy="9072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38447" y="4764881"/>
            <a:ext cx="54198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Исправление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1538447" y="5073650"/>
            <a:ext cx="54198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Только после подтверждения конкретной гипотезы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661475" y="5656957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— инструмент </a:t>
            </a: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систематического расследования причины</a:t>
            </a: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машина для немедленного переписывания подозрительной строки.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</Words>
  <Application>Microsoft Office PowerPoint</Application>
  <PresentationFormat>Широкоэкранный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Nunito Sans</vt:lpstr>
      <vt:lpstr>Nunito Sans Bold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2026-09-22T21:29:48Z</dcterms:created>
  <dcterms:modified xsi:type="dcterms:W3CDTF">2026-09-22T21:31:33Z</dcterms:modified>
</cp:coreProperties>
</file>