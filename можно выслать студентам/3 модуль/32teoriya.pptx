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950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294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AI меняет привычный процесс разработки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94186"/>
            <a:ext cx="6296860" cy="293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не заменяет Agile, а становится дополнительным инструментом в команде. Вместо того чтобы вручную анализировать требования, искать похожие решения и разбираться в существующем коде, часть этой работы теперь может выполнять модель. Но стратегические решения — что делать в продукте и зачем это нужно пользователю — остаются за командой.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Результат: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Agile + AI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расширяет обычный цикл разработки, сохраняя короткие итерации и обратную связь, но добавляя инструмент для быстрого анализа и подготовки решений.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не заменяет командное планирование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11400"/>
            <a:ext cx="690326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Планирование спринта — это не просто распределение задач. Команда должна понять цель итерации, доступные ресурсы, зависимости и риски. AI может обработать информацию и предложить вариант, но не знает организационных ограничений: отпусков, узких специалистов или внешних зависимостей.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36120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31651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253409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Правильный подход: рассматривать результат AI как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подготовленный материал для обсуждения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как готовый план к утверждению.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1441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Цель спринта важнее количества задач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649240"/>
            <a:ext cx="2917851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Спринт должен дать конкретный продуктовый результат, а не просто набор завершённых карточек. Например, цель может быть не в том, чтобы написать пять компонентов, а в том, чтобы пользователь впервые смог пройти определённый сценарий от начала до конца.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649240"/>
            <a:ext cx="2917851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помогает проверить, связаны ли выбранные задачи с одной целью и не появились ли технические активности, которые не влияют на результат итерации. Это позволяет команде сохранять фокус на ценности, а не на объёме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5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 эпика к задачам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754" y="1548209"/>
            <a:ext cx="8230089" cy="3610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4922" y="4013796"/>
            <a:ext cx="1243873" cy="22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Части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74922" y="4299870"/>
            <a:ext cx="1243873" cy="534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Модель, интеграция, API, ошибки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26413" y="4191974"/>
            <a:ext cx="1243873" cy="22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Включение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26413" y="4478048"/>
            <a:ext cx="1243873" cy="35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Добавление в план спринта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42730" y="1872691"/>
            <a:ext cx="1243873" cy="22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Эпик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42730" y="2158766"/>
            <a:ext cx="1243873" cy="356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Крупная возможность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78383" y="1872691"/>
            <a:ext cx="1243873" cy="222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78383" y="2158766"/>
            <a:ext cx="1243873" cy="356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и правки командой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5371108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Эпик описывает крупную возможность, которую нельзя реализовать одной задачей. Хорошая декомпозиция означает, что каждая задача имеет понятный результат и ограниченный объём. AI хорошо подходит для первичного разбиения, но команда должна проверить, соответствует ли оно реальной архитектуре и способу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Декомпозиция должна уменьшать неопределённость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66628"/>
            <a:ext cx="6563355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Цель разбиения эпика — сделать работу понятнее и управляемее, а не просто увеличить количество карточек. Задача хорошо декомпозирована, когда команда понимает ожидаемый результат, основные зависимости и критерий завершения.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можно использовать для поиска скрытых частей работы: разработчик описал изменение API, а модель указывает, что потребуется обновление тестов и клиентского контракта. Это помогает снизить вероятность забытых работ.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36" y="2239268"/>
            <a:ext cx="3844134" cy="3844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85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Оценка трудоёмкости — это не прогноз точного времени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4418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83954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оценка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24822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Инструмент для сравнения относительной сложности задач, а не точное предсказание времени выполнения.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64418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83954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Где помогает AI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24822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Сравнивает задачи по количеству затрагиваемых компонентов, объёму неизвестных факторов и сложности проверки.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644180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83954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Важное ограничение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248223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AI — не объективная физическая величина, а отправная точка для командного обсуждения.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865886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Разработка содержит неопределённость. Даже опытный специалист не всегда может заранее сказать, займёт задача четыре часа или восемь. Поэтому оценка нужна не для точного предсказания, а для сравнения относительной сложности работ.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549771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действительно влияет на оценку задачи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9399" y="2014538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3647" y="2079427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Количество затрагиваемых систем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323647" y="2488109"/>
            <a:ext cx="720657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Небольшое изменение в критическом модуле может быть сложнее крупной функции в изолированном компоненте.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9399" y="3470970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3647" y="3535859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Незнакомый код и внешние зависимости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323647" y="3944541"/>
            <a:ext cx="720657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Необходимость разобраться в чужом коде или интегрироваться с внешним сервисом существенно увеличивает трудоёмкость.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9399" y="4927402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3647" y="4992291"/>
            <a:ext cx="720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Объём тестирования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4323647" y="5400973"/>
            <a:ext cx="72065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оценка должна сопровождаться объяснением причин сложности — так AI становится инструментом поиска факторов, а не генератором случайной цифры.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Неопределённость нужно выделять отдельно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16808"/>
            <a:ext cx="5543610" cy="229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0181" y="4321345"/>
            <a:ext cx="1306981" cy="15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Оценить реализацию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622400" y="4243746"/>
            <a:ext cx="1401563" cy="310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Выделить исследование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52072" y="3261869"/>
            <a:ext cx="1241542" cy="15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Неверный подход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2934" y="3189789"/>
            <a:ext cx="1401563" cy="310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Ставить большую оценку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72592" y="1706662"/>
            <a:ext cx="486387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Некоторые задачи плохо оцениваются не потому, что они большие, а потому, что команда о них мало знает. Вместо того чтобы сразу ставить большую оценку, правильнее выделить исследовательскую работу: проверить API, создать прототип, уточнить ограничения — а потом оценивать основную реализацию.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2592" y="4036219"/>
            <a:ext cx="4863879" cy="1946672"/>
          </a:xfrm>
          <a:prstGeom prst="roundRect">
            <a:avLst>
              <a:gd name="adj" fmla="val 4078"/>
            </a:avLst>
          </a:prstGeom>
          <a:solidFill>
            <a:srgbClr val="DFF6D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599" y="4316611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6840" y="4253508"/>
            <a:ext cx="40606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может определить вопросы, на которые нет ответа, и указать неопределённые формулировки в описании задачи. Это ценнее, чем искусственно точная оценка неизвестной работы.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5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агента во время спринта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7725"/>
            <a:ext cx="5203794" cy="3496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планирования AI продолжает помогать: уточняет технический контекст, анализирует влияние изменений, подготавливает варианты реализации, проверяет соответствие результата требованиям. Но важно сохранить связь с планом спринта.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модель предлагает дополнительный рефакторинг или расширение функциональности, команда должна решить, относится ли это к текущей задаче. Иначе AI становится источником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scope creep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и небольшая задача постепенно превращается в переработку большого участка системы.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196651" y="1947664"/>
            <a:ext cx="5476043" cy="3836789"/>
          </a:xfrm>
          <a:prstGeom prst="roundRect">
            <a:avLst>
              <a:gd name="adj" fmla="val 3547"/>
            </a:avLst>
          </a:prstGeom>
          <a:solidFill>
            <a:srgbClr val="7DDB51"/>
          </a:solidFill>
          <a:ln/>
        </p:spPr>
      </p:sp>
      <p:sp>
        <p:nvSpPr>
          <p:cNvPr id="5" name="Text 3"/>
          <p:cNvSpPr/>
          <p:nvPr/>
        </p:nvSpPr>
        <p:spPr>
          <a:xfrm>
            <a:off x="6385658" y="213667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во время спринта помогает: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85658" y="2620963"/>
            <a:ext cx="5098029" cy="2154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Уточнять технический контекст и анализировать влияние изменений на смежные компоненты.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Подготавливать варианты реализации и проверять соответствие результата исходным требованиям.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 финальное решение о границах задачи всегда остаётся за командой.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25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9302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как участник процесса принятия решений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74069"/>
            <a:ext cx="945035" cy="13915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95517" y="2263080"/>
            <a:ext cx="66867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AI анализирует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795517" y="2671763"/>
            <a:ext cx="66867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Быстро предлагает декомпозицию, находит зависимости, указывает неопределённые требования и сравнивает сложность задач.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65612"/>
            <a:ext cx="945035" cy="1391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95517" y="3654623"/>
            <a:ext cx="66867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Команда проверяет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795517" y="4063305"/>
            <a:ext cx="66867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Оценивает предложенный материал с учётом организационного контекста, архитектуры и реальных ограничений.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857155"/>
            <a:ext cx="945035" cy="13915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95517" y="5046166"/>
            <a:ext cx="66867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Команда решает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795517" y="5454848"/>
            <a:ext cx="66867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Принимает окончательное решение, потому что именно она отвечает за результат и располагает полным контекстом.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Microsoft Office PowerPoint</Application>
  <PresentationFormat>Широкоэкранный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2026-09-22T20:45:54Z</dcterms:created>
  <dcterms:modified xsi:type="dcterms:W3CDTF">2026-09-22T21:30:34Z</dcterms:modified>
</cp:coreProperties>
</file>