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1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AI меняет привычный процесс разработки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становится дополнительным участником в цикле разработки — ускоряет анализ требований, помогает искать решения и готовить технические задачи. Agile остаётся основой организации работы, а решения о том,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и зачем делать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по-прежнему остаются за людьми.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не заменяет командное планирование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8788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Планирование спринта — это не просто распределение задач. Команда должна понять цель итерации, доступные ресурсы, зависимости и риски.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может обработать информацию и предложить варианты, но не знает организационных ограничений: отпусков, внешних зависимостей, специалистов, которые нужны одновременно на разные задачи.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423569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70396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640858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 AI — это материал для обсуждения, а не готовый план.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3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Цель спринта важнее количества задач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024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Спринт должен дать конкретный продуктовый результат, а не просто набор завершённых карточек.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174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35128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Неправильно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92152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Написать пять компонентов и закрыть карточки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3174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35128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Правильно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92152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впервые проходит ключевой сценарий целиком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3174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35128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AI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9215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Проверяет, связаны ли задачи с одной целью, и выявляет лишние технические активности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8271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 эпика к задачам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01230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Эпик описывает крупную возможность, которую нельзя реализовать одной задачей. Его нужно разбить на части так, чтобы каждая имела понятный результат и ограниченный объём.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хорошо подходит для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первичной декомпозиции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быстро предлагает составляющие функции. Но команда должна проверить, соответствует ли разбиение реальной архитектуре и принятому способу работы.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385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Декомпозиция должна уменьшать неопределённость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13174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Цель разбиения эпика — сделать работу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понятнее и управляемее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просто увеличить количество карточек.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Хорошо декомпозированная задача — это когда команда понимает ожидаемый результат, основные зависимости и критерий завершения.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34568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613374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58192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помогает найти скрытые части работы: если описано изменение API, модель укажет на необходимость обновления тестов и клиентского контракта.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287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Оценка трудоёмкости — это не прогноз времени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2194421"/>
            <a:ext cx="6565736" cy="32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32" y="3607137"/>
            <a:ext cx="1233123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Малая сложность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380607" y="5200849"/>
            <a:ext cx="1475813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Низкая уверенность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30742" y="3607137"/>
            <a:ext cx="1233123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Большая сложность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29466" y="2329297"/>
            <a:ext cx="1570715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Высокая уверенность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74062" y="4474198"/>
            <a:ext cx="1265919" cy="28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Полезно: приоритизация задач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12241" y="4480758"/>
            <a:ext cx="1265919" cy="28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Опасно: ложная уверенность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12241" y="3195334"/>
            <a:ext cx="1265919" cy="43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Верно: сравнение относительной сложности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34707" y="3195334"/>
            <a:ext cx="1265919" cy="43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Неверно: точное предсказание времени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17270" y="1863427"/>
            <a:ext cx="3519201" cy="3948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Разработка содержит неопределённость. Даже опытный специалист не всегда может заранее назвать точное время на задачу.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Оценка нужна не для точного предсказания, а для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сравнения относительной сложности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работ между собой.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может помочь сравнить задачи по количеству затрагиваемых компонентов и объёму неизвестных факторов — но его оценка не является объективной физической величиной.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5127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действительно влияет на оценку задачи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904008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Трудоёмкость зависит не только от количества кода. Небольшое изменение в критическом модуле может быть сложнее крупной функции в изолированном компоненте.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770783"/>
            <a:ext cx="321262" cy="3212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5275" y="2825948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Затрагиваемые системы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725275" y="3158827"/>
            <a:ext cx="58049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Чем больше компонентов вовлечено, тем выше сложность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69605"/>
            <a:ext cx="321262" cy="3212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25275" y="3724771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Незнакомый код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725275" y="4057650"/>
            <a:ext cx="58049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Необходимость разобраться в чужой кодовой базе увеличивает время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568428"/>
            <a:ext cx="321262" cy="3212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25275" y="4623594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Неизвестные факторы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725275" y="4956473"/>
            <a:ext cx="58049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Внешние зависимости и объём тестирования добавляют неопределённость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233360" y="5347791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DFF6D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3992" y="5542558"/>
            <a:ext cx="200814" cy="1606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55436" y="5524401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оценка должна сопровождаться объяснением причин сложности.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Неопределённость нужно выделять отдельно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37433"/>
            <a:ext cx="6903269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Некоторые задачи плохо оцениваются не потому, что они большие, а потому, что команда мало о них знает.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Вместо большой оценки правильнее выделить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исследовательскую работу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проверить API, создать прототип, уточнить ограничения — и только потом оценивать основную реализацию.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помогает определить вопросы, на которые ещё нет ответа, анализируя описание задачи и указывая на неопределённые формулировки.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1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агента во время спринта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97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планирования AI продолжает помогать: уточняет технический контекст, анализирует влияние изменений, подготавливает варианты реализации.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47219"/>
            <a:ext cx="3496877" cy="2349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3616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Полезная роль AI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77031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Уточнение контекста, анализ зависимостей, подготовка вариантов реализации в рамках текущей задачи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147219"/>
            <a:ext cx="3496877" cy="23495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33616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Опасность: scope creep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3770313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агент предлагает рефакторинг или расширение функциональности — команда должна решить, относится ли это к текущей задаче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147219"/>
            <a:ext cx="3496877" cy="23495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33616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Правило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377031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Небольшая задача не должна превращаться в переработку большого участка системы из-за предложений AI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575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как участник процесса принятия решений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908572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— это не отдельный разработчик, которому передают планирование. Это источник дополнительного анализа.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97944"/>
            <a:ext cx="850581" cy="1214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5147" y="2768005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ускоряет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665147" y="3125490"/>
            <a:ext cx="5293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Декомпозиция, поиск зависимостей, выявление неопределённостей, сравнение сложности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812679"/>
            <a:ext cx="850581" cy="12147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5147" y="3982740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Команда проверяет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665147" y="4340225"/>
            <a:ext cx="5293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Соответствие архитектуре, организационный контекст, реальные ограничения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027414"/>
            <a:ext cx="850581" cy="12147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65147" y="5197475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Команда решает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665147" y="5554960"/>
            <a:ext cx="52931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Окончательный состав спринта и ответственность за результат остаются за людьми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Широкоэкранный</PresentationFormat>
  <Paragraphs>72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2026-09-22T20:30:39Z</dcterms:created>
  <dcterms:modified xsi:type="dcterms:W3CDTF">2026-09-22T21:30:25Z</dcterms:modified>
</cp:coreProperties>
</file>