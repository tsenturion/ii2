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ans" pitchFamily="2" charset="-52"/>
      <p:regular r:id="rId17"/>
    </p:embeddedFont>
    <p:embeddedFont>
      <p:font typeface="Nunito Sans Bold" charset="-52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763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6381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Промпт как техническое задание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102868"/>
            <a:ext cx="629686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вы работаете с AI, промпт — это не просто вопрос, а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техническое задание для модели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Чем точнее вы описываете, что нужно сделать, тем меньше модель додумывает сама. Неопределённый запрос вроде «улучши код» оставляет слишком много вариантов интерпретации. Хороший промпт сужает пространство возможных ответов и направляет модель в нужную сторону.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— основа понимания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22463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должна знать не только конкретную задачу, но и её место в большей системе. Если вы передаёте функцию без контекста, модель может дать формально правильное, но неподходящее решение.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Укажите версию языка, используемый фреймворк, архитектурный стиль и существующие соглашения команды. Но контекст должен быть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релевантным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передавайте только информацию, которая влияет на решение.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50752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Точное действие вместо размытых просьб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5233360" y="2459633"/>
            <a:ext cx="3080169" cy="1868785"/>
          </a:xfrm>
          <a:prstGeom prst="roundRect">
            <a:avLst>
              <a:gd name="adj" fmla="val 361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0341" y="2626618"/>
            <a:ext cx="274620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Используйте конкретные глаголы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00341" y="3210520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«Объясни», «отрефакторь», «найди ошибку» — каждый глагол задаёт чёткое направление для модели.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450051" y="2459633"/>
            <a:ext cx="3080169" cy="1868785"/>
          </a:xfrm>
          <a:prstGeom prst="roundRect">
            <a:avLst>
              <a:gd name="adj" fmla="val 361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17032" y="2626618"/>
            <a:ext cx="274620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Разделяйте анализ и изменение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17032" y="3210520"/>
            <a:ext cx="274620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сначала нужна проверка — запретите преждевременные правки. Если нужен готовый результат — явно это укажите.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4464943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0341" y="4631928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Избегайте размытых формулировок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00341" y="4964807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«Посмотри модуль» не говорит, нужен ли анализ, review или полное переписывание.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689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Определите, что считается завершением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186781"/>
            <a:ext cx="6911306" cy="2114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Заранее опишите, как должен выглядеть готовый результат. При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генерации кода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укажите формат, сигнатуру функции и обработку входных данных. При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рефакторинге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важно сохранить внешнее поведение и не трогать несвязанные части.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Чем точнее определён результат, тем проще проверить, выполнена ли задача. Если после ответа модели непонятно, соответствует ли результат требованиям — значит, исходная постановка была недостаточно конкретной.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4492823"/>
            <a:ext cx="6911306" cy="956866"/>
          </a:xfrm>
          <a:prstGeom prst="roundRect">
            <a:avLst>
              <a:gd name="adj" fmla="val 7882"/>
            </a:avLst>
          </a:prstGeom>
          <a:solidFill>
            <a:srgbClr val="DFF6D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4748014"/>
            <a:ext cx="224427" cy="179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4867" y="4691162"/>
            <a:ext cx="614843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Хороший критерий завершения можно проверить объективно, без субъективных суждений.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75" y="2165846"/>
            <a:ext cx="3343191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85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Ограничения задают границы решения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468" y="1376660"/>
            <a:ext cx="7980758" cy="3994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1364" y="3205954"/>
            <a:ext cx="1498877" cy="224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Мягкие рамки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00657" y="5031012"/>
            <a:ext cx="1793869" cy="224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Низкая свобода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43482" y="3205954"/>
            <a:ext cx="1498877" cy="224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Жёсткие рамки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96172" y="1540604"/>
            <a:ext cx="1793869" cy="224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Высокая свобода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41843" y="3981821"/>
            <a:ext cx="1538740" cy="68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 ограничениями — минимальные изменения, совместимость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54621" y="4075005"/>
            <a:ext cx="1538740" cy="511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ограничений — радикальные идеи, высокая сложность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54621" y="2600010"/>
            <a:ext cx="1538740" cy="511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 ограничениями — практичное решение в рамках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4006" y="2600010"/>
            <a:ext cx="1538741" cy="511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ограничений — технически красиво, непрактично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75" y="5543352"/>
            <a:ext cx="1086874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Ограничения в промпте — это не препятствия, а рамки, внутри которых модель ищет решение. Вы можете запретить добавлять библиотеки, менять публичный API или перестраивать архитектуру. Хороший промпт говорит не только,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делать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но и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делать не нужно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36688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Системные инструкции и текущий запрос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882602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Системные инструкции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233360" y="3301405"/>
            <a:ext cx="2940969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Постоянные правила: роль модели, требования безопасности, стиль разработки, общие ограничения проекта. Хранятся на уровне конфигурации.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601" y="2882602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Пользовательский промпт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95601" y="3301405"/>
            <a:ext cx="294096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Конкретная текущая задача. Только информация о том, что нужно сделать прямо сейчас.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3360" y="4904184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каждый раз повторять все постоянные правила, промпты станут перегруженными. Разделение уровней делает запросы чище и эффективнее.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567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Few-shot примеры показывают желаемый стиль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40359"/>
            <a:ext cx="2204387" cy="3138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6779" y="2429470"/>
            <a:ext cx="174997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Покажите, не описывайте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26779" y="3113980"/>
            <a:ext cx="1749977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Один-два примера входных данных и правильного результата дают модели конкретный ориентир.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8953" y="2240359"/>
            <a:ext cx="2204387" cy="31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257" y="2429470"/>
            <a:ext cx="1749977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Примеры задают формат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284257" y="3113980"/>
            <a:ext cx="1749977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Особенно полезно, когда результат должен соответствовать определённому стилю проекта.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6430" y="2240359"/>
            <a:ext cx="2204387" cy="31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41735" y="2429470"/>
            <a:ext cx="1749977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примеров важно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641735" y="3379688"/>
            <a:ext cx="1749977" cy="18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Неправильный пример модель может начать воспроизводить — выбирайте репрезентативные случаи.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893" y="2219127"/>
            <a:ext cx="3180774" cy="31808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727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Генерация и рефакторинг требуют разных промптов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46598"/>
            <a:ext cx="10868745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952948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66156" y="0"/>
                </a:moveTo>
                <a:lnTo>
                  <a:pt x="5428023" y="0"/>
                </a:lnTo>
                <a:lnTo>
                  <a:pt x="5428023" y="1693962"/>
                </a:lnTo>
                <a:lnTo>
                  <a:pt x="66156" y="1693962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14196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Генерация нового кода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550642"/>
            <a:ext cx="50500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Опишите интерфейс компонента, входные и выходные данные, возможные ошибки и ограничения среды выполнения.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952948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627804"/>
                </a:lnTo>
                <a:arcTo wR="66156" hR="66158" stAng="0" swAng="5400000"/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952948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314196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Рефакторинг существующего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550642"/>
            <a:ext cx="50500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Укажите, какое поведение нельзя менять, какие тесты уже есть и какую конкретную проблему нужно устранить.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86588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общий промпт может привести к слишком свободному решению.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Промпт должен отражать жизненный цикл кода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создание и изменение это принципиально разные задачи.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2307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Объяснение кода требует уровня детализации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687836"/>
            <a:ext cx="6296860" cy="2947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нужно объяснить существующую логику, не просите модель переписывать программу.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Определите уровень объяснения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одному разработчику нужен общий поток данных, другому — подробный разбор алгоритма.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указания уровня модель может либо пересказать код построчно, либо дать слишком общее описание. Хорошее объяснение раскрывает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причинно-следственные связи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почему выполняется проверка и как она влияет на результат — а не просто что происходит после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657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Оценивайте промпт по результату, не по красоте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219127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095500"/>
            <a:ext cx="6919442" cy="2343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Промпт-инжиниринг — это не написание длинных и сложных запросов.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Хороший промпт стабильно приводит к проверяемому результату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с минимумом лишних предположений.</a:t>
            </a:r>
            <a:endParaRPr lang="en-US" sz="1300" dirty="0"/>
          </a:p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короткая инструкция работает устойчиво — не нужно превращать её в страницу текста. Если задача сложная — слишком короткий запрос может быть недостаточным.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Оценивайте практически: понимает ли модель контекст, выполняет ли требуемое действие, соблюдает ли ограничения и можно ли объективно проверить результат.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617029" y="4611688"/>
            <a:ext cx="6919442" cy="877491"/>
          </a:xfrm>
          <a:prstGeom prst="roundRect">
            <a:avLst>
              <a:gd name="adj" fmla="val 8142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086" y="4842570"/>
            <a:ext cx="212620" cy="17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9763" y="4791869"/>
            <a:ext cx="619665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Простота — достоинство, а не недостаток. Главный критерий — работает ли промпт.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Microsoft Office PowerPoint</Application>
  <PresentationFormat>Широкоэкранный</PresentationFormat>
  <Paragraphs>63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Nunito Sans</vt:lpstr>
      <vt:lpstr>Nunito Sans Bold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2026-09-22T20:51:37Z</dcterms:created>
  <dcterms:modified xsi:type="dcterms:W3CDTF">2026-09-22T21:30:45Z</dcterms:modified>
</cp:coreProperties>
</file>