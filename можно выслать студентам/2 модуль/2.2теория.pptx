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  <p:italic r:id="rId14"/>
    </p:embeddedFont>
    <p:embeddedFont>
      <p:font typeface="Nunito Sans Bold" charset="-52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822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53183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Один агент против команды агентов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996605"/>
            <a:ext cx="6296860" cy="2329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задача простая — один ИИ-помощник справляется быстро. Но когда работа растёт, один контекст начинает содержать всё сразу: требования, результаты поиска, изменения кода, замечания. Агенту становится сложнее переключаться между ролями.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Вот почему появляется идея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распределить работу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один агент планирует, другой пишет, третий проверяет. Каждый сосредоточен на своём.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066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работает распределение задач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54336"/>
            <a:ext cx="3555812" cy="3555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5421" y="2837259"/>
            <a:ext cx="693105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Multi-agent — это управляемое разделение ответственности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605421" y="3211413"/>
            <a:ext cx="754063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Основной агент создаёт дочерних исполнителей и передаёт каждому свою часть работы.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201741"/>
            <a:ext cx="3536465" cy="11310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3187" y="5377259"/>
            <a:ext cx="310923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Собственная сессия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13187" y="5699522"/>
            <a:ext cx="3109239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Каждый субагент работает в своём рабочем пространстве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7516" y="5201741"/>
            <a:ext cx="3536564" cy="11310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9228" y="5377259"/>
            <a:ext cx="310933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Свой контекст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4579228" y="5699522"/>
            <a:ext cx="3109339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Разные этапы не смешиваются в одном длинном диалоге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3656" y="5201741"/>
            <a:ext cx="3536465" cy="11310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45368" y="5377259"/>
            <a:ext cx="310923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Возврат результата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8245368" y="5699522"/>
            <a:ext cx="3109239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После выполнения субагент возвращает итог основному агенту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такое субагент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9612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Субагент — это не просто сообщение в чате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780407"/>
            <a:ext cx="690326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Это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отдельный исполнитель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с собственной историей диалога и собственной терминальной сессией.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субагент работает, его промежуточные действия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 заполняют контекст родителя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Например, если он анализирует 50 файлов, основной агент хранит только итоговое резюме — не все 50 чтений.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675188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DFF6D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955580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4892477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Родитель координирует — дети выполняют конкретные части.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8122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Изоляция: преимущество и ограничение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045990"/>
            <a:ext cx="6296860" cy="2808486"/>
          </a:xfrm>
          <a:prstGeom prst="roundRect">
            <a:avLst>
              <a:gd name="adj" fmla="val 282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2052340"/>
            <a:ext cx="6284160" cy="1397893"/>
          </a:xfrm>
          <a:custGeom>
            <a:avLst/>
            <a:gdLst/>
            <a:ahLst/>
            <a:cxnLst/>
            <a:rect l="l" t="t" r="r" b="b"/>
            <a:pathLst>
              <a:path w="6284160" h="1397893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397893"/>
                </a:lnTo>
                <a:lnTo>
                  <a:pt x="0" y="1397893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7" name="Text 4"/>
          <p:cNvSpPr/>
          <p:nvPr/>
        </p:nvSpPr>
        <p:spPr>
          <a:xfrm>
            <a:off x="5428717" y="2241352"/>
            <a:ext cx="59061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Преимущество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2656384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Новый субагент начинает с чистого листа — без лишнего шума из истории родителя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9710" y="3450233"/>
            <a:ext cx="6284160" cy="1397893"/>
          </a:xfrm>
          <a:custGeom>
            <a:avLst/>
            <a:gdLst/>
            <a:ahLst/>
            <a:cxnLst/>
            <a:rect l="l" t="t" r="r" b="b"/>
            <a:pathLst>
              <a:path w="6284160" h="1397893">
                <a:moveTo>
                  <a:pt x="0" y="0"/>
                </a:moveTo>
                <a:lnTo>
                  <a:pt x="6284160" y="0"/>
                </a:lnTo>
                <a:lnTo>
                  <a:pt x="6284160" y="1331735"/>
                </a:lnTo>
                <a:arcTo wR="66156" hR="66158" stAng="0" swAng="5400000"/>
                <a:lnTo>
                  <a:pt x="66156" y="1397893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0" name="Shape 7"/>
          <p:cNvSpPr/>
          <p:nvPr/>
        </p:nvSpPr>
        <p:spPr>
          <a:xfrm>
            <a:off x="5239710" y="3450233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1" name="Text 8"/>
          <p:cNvSpPr/>
          <p:nvPr/>
        </p:nvSpPr>
        <p:spPr>
          <a:xfrm>
            <a:off x="5428717" y="3639245"/>
            <a:ext cx="59061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Ограничение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054277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Он не знает автоматически всего, что обсуждал основной агент — нужная информация должна быть передана явно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233360" y="5067102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основной агент скажет просто «исправь проблему», а описание осталось только в его истории — новый исполнитель может не понять, что требуется.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Качество системы зависит от качества передачи контекста.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5313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Роль Planner: понимание и планирование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85020"/>
            <a:ext cx="6913390" cy="44907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0629" y="2060247"/>
            <a:ext cx="1912614" cy="23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Понять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2625" y="2367335"/>
            <a:ext cx="2048622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Проанализировать цель и контекст.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161763" y="4922598"/>
            <a:ext cx="1912614" cy="23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Идентифицировать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93759" y="5229687"/>
            <a:ext cx="2048622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Найти затрагиваемые компоненты системы.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22897" y="1874958"/>
            <a:ext cx="1912614" cy="239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Спланировать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54893" y="2182046"/>
            <a:ext cx="2048622" cy="555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Сформировать последовательность изменений.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13400" y="1587698"/>
            <a:ext cx="3523070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Planner не обязательно пишет код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13400" y="2307630"/>
            <a:ext cx="3523070" cy="2621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Его задача — понять цель, определить затрагиваемые компоненты и сформировать последовательность изменений.</a:t>
            </a:r>
            <a:endParaRPr lang="en-US" sz="135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Пример:</a:t>
            </a: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при обновлении зависимости planner сначала разбирается, где она используется и какие части программы потребуют адаптации. Только потом появляется план.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013400" y="5115620"/>
            <a:ext cx="3523070" cy="936625"/>
          </a:xfrm>
          <a:prstGeom prst="roundRect">
            <a:avLst>
              <a:gd name="adj" fmla="val 7946"/>
            </a:avLst>
          </a:prstGeom>
          <a:solidFill>
            <a:srgbClr val="DFF6D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601" y="5361384"/>
            <a:ext cx="221451" cy="1772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89252" y="5309295"/>
            <a:ext cx="277001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Planner отделяет «что нужно сделать?» от «как это написать?»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954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Роль Coder: реализация в границах плана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360216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55557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Получает план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964259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Coder знает, какие файлы менять и какие требования сохранять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360216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55557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Работает в границах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2964259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Анализирует код, редактирует его и использует доступные инструменты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558308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7536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Ограниченный доступ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16235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Coder может получить только часть инструментов — например, файлы и терминал, но не всё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Роль Reviewer: независимая проверка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154436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Reviewer смотрит с другой позиции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638723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coder создавал решение, чтобы оно </a:t>
            </a:r>
            <a:r>
              <a:rPr lang="en-US" sz="1450" i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работало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reviewer ищет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недостатки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413621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Соответствие требованиям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Побочные эффекты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Качество изменения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Потенциальные проблемы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4991596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Reviewer получает результат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без всей истории решений coder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это позволяет провести более свежую и независимую проверку.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563"/>
            <a:ext cx="10868745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Синхронный режим: последовательность с зависимостями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280" y="1973858"/>
            <a:ext cx="6515036" cy="28599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43489" y="4022334"/>
            <a:ext cx="1142019" cy="17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Планировщик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43489" y="4249017"/>
            <a:ext cx="1142019" cy="271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Создаёт и согласует план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49926" y="3978408"/>
            <a:ext cx="1142020" cy="17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Ревьюер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49926" y="4205092"/>
            <a:ext cx="1142020" cy="271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Проверяет и даёт обратную связь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556120" y="2273770"/>
            <a:ext cx="1142019" cy="17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Кодер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56120" y="2500453"/>
            <a:ext cx="1142019" cy="406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Реализует функционал по плану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61475" y="5175151"/>
            <a:ext cx="5221851" cy="278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Преимущество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61475" y="5614293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Состояние задачи развивается понятно и контролируемо. Каждый этап опирается на результат предыдущего.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14719" y="5175151"/>
            <a:ext cx="5221851" cy="278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⏱</a:t>
            </a:r>
            <a:r>
              <a:rPr lang="en-US" sz="1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Недостаток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314719" y="5614293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Общее время увеличивается — этапы не могут идти параллельно. Reviewer ждёт coder, coder ждёт planner.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918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Асинхронный и параллельный режим: независимые потоки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33948"/>
            <a:ext cx="3496877" cy="198387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6410" y="2704009"/>
            <a:ext cx="226808" cy="2268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881" y="328989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Backend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75881" y="3698577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Субагент исследует серверную часть независимо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533948"/>
            <a:ext cx="3496877" cy="1983879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2294" y="2704009"/>
            <a:ext cx="226808" cy="22681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61766" y="328989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Frontend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4561766" y="3698577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Параллельно анализируется клиентская часть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533948"/>
            <a:ext cx="3496877" cy="1983879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8179" y="2704009"/>
            <a:ext cx="226808" cy="22681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247650" y="328989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Конфигурация</a:t>
            </a:r>
            <a:endParaRPr lang="en-US" sz="1850" dirty="0"/>
          </a:p>
        </p:txBody>
      </p:sp>
      <p:sp>
        <p:nvSpPr>
          <p:cNvPr id="14" name="Text 6"/>
          <p:cNvSpPr/>
          <p:nvPr/>
        </p:nvSpPr>
        <p:spPr>
          <a:xfrm>
            <a:off x="8247650" y="3698577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Зависимости изучаются одновременно с остальными</a:t>
            </a:r>
            <a:endParaRPr lang="en-US" sz="1450" dirty="0"/>
          </a:p>
        </p:txBody>
      </p:sp>
      <p:sp>
        <p:nvSpPr>
          <p:cNvPr id="15" name="Shape 7"/>
          <p:cNvSpPr/>
          <p:nvPr/>
        </p:nvSpPr>
        <p:spPr>
          <a:xfrm>
            <a:off x="661475" y="4730452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FCF2B5"/>
          </a:solidFill>
          <a:ln/>
        </p:spPr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4998145"/>
            <a:ext cx="236234" cy="18901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275723" y="4966692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два агента одновременно меняют один участок кода — результаты могут конфликтовать. Параллельный режим хорош для независимых анализов.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5241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работает цепочка Planner → Coder → Reviewer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21023"/>
            <a:ext cx="5434373" cy="6970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5699" y="2378670"/>
            <a:ext cx="508592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Planner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35699" y="2747169"/>
            <a:ext cx="508592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Понимает область изменений и готовит план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521023"/>
            <a:ext cx="5434373" cy="697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0071" y="2378670"/>
            <a:ext cx="508592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Coder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270071" y="2747169"/>
            <a:ext cx="508592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Реализует в рамках плана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189188"/>
            <a:ext cx="5434373" cy="6970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5699" y="4046835"/>
            <a:ext cx="508592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Reviewer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835699" y="4415334"/>
            <a:ext cx="508592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Независимо оценивает результат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189188"/>
            <a:ext cx="5434373" cy="6970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70071" y="4046835"/>
            <a:ext cx="508592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Основной агент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6270071" y="4415334"/>
            <a:ext cx="508592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Координирует: передаёт данные и определяет переходы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922811" y="5218708"/>
            <a:ext cx="10607410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Используйте несколько агентов, когда разделение делает процесс </a:t>
            </a: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понятнее</a:t>
            </a: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 создаёт </a:t>
            </a: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независимую проверку</a:t>
            </a: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Если задача короткая — один агент проще. Если работа естественно делится на планирование, реализацию и контроль — multi-agent архитектура оправдана.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61475" y="5038030"/>
            <a:ext cx="19050" cy="1164729"/>
          </a:xfrm>
          <a:prstGeom prst="roundRect">
            <a:avLst>
              <a:gd name="adj" fmla="val 49999"/>
            </a:avLst>
          </a:prstGeom>
          <a:solidFill>
            <a:srgbClr val="7DDB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</Words>
  <Application>Microsoft Office PowerPoint</Application>
  <PresentationFormat>Широкоэкранный</PresentationFormat>
  <Paragraphs>88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Noto Color Emoji</vt:lpstr>
      <vt:lpstr>Arial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2026-09-20T18:21:02Z</dcterms:created>
  <dcterms:modified xsi:type="dcterms:W3CDTF">2026-09-20T18:21:35Z</dcterms:modified>
</cp:coreProperties>
</file>