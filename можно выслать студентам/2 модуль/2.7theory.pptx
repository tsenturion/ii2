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914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0917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значит «обогатить» знания агента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556496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Языковая модель отлично разбирается в общих концепциях — но она не знает внутреннюю документацию вашей компании, текущую версию API или правила конкретного проекта. Обогащение — это подключение внешних источников, которые восполняют этот пробел.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566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Статические и динамические источники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430760"/>
            <a:ext cx="5476043" cy="2053034"/>
          </a:xfrm>
          <a:prstGeom prst="roundRect">
            <a:avLst>
              <a:gd name="adj" fmla="val 6629"/>
            </a:avLst>
          </a:prstGeom>
          <a:solidFill>
            <a:srgbClr val="061B40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619772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Статические источники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104059"/>
            <a:ext cx="509802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Архитектурная документация, стандарты разработки, инструкции по развёртыванию. Меняются редко — готовятся заранее и хранятся в базе знаний.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61977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Динамические источники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104059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Статус задачи, содержимое Pull Request, состояние CI, версия записи в БД. Меняются постоянно — запрашиваются напрямую от внешней системы в момент выполнения.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469642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Способ обогащения определяется природой данных: документацию ищут в подготовленной базе, а текущее состояние получают от живой системы.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8062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RAG как способ доступа к корпоративным знаниям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845395"/>
            <a:ext cx="6296860" cy="263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RAG позволяет подключить закрытые или специализированные знания к агенту. Модель может знать общие принципы REST API — но не знает внутренний API вашего проекта. Если документация подключена как источник, агент сможет её использовать.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Главная ценность RAG — в разделении универсальных знаний модели и специфичной информации организации. Один и тот же агент работает в разных проектах, подключаясь к разным наборам документации.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Внешние API как источник актуального состояния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33551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Почему база знаний не поможет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017838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агенту нужно проверить статус сборки, бессмысленно искать это в документации — статус мог измениться минуту назад. Нужно обратиться к CI-системе и получить текущее значение.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411410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это работает в Hermes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598392"/>
            <a:ext cx="690326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Доступ к Git-хостингу, системе задач, БД и внутренним сервисам предоставляется через Tools, plugins или MCP. Hermes имеет встроенный MCP-клиент и автоматически обнаруживает инструменты подключённых серверов.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74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База знаний проекта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36118"/>
            <a:ext cx="3496877" cy="29544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65053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хранится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059212"/>
            <a:ext cx="296646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Архитектурные решения, описание API, инструкции по эксплуатации, стандарты разработки, бизнес-процессы — всё, что нужно агенту для работы в конкретном проекте.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436118"/>
            <a:ext cx="3496877" cy="29544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65053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Качество важнее объёма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3059212"/>
            <a:ext cx="296646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Большая база может быть бесполезной, если документы противоречат друг другу или устарели. Надёжность информации — главный критерий.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436118"/>
            <a:ext cx="3496877" cy="29544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65053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Приоритет источника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3059212"/>
            <a:ext cx="2966467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README объясняет запуск, но официальная спецификация API имеет больший приоритет при определении формата запроса. Каждый источник должен быть авторитетным для своего типа решений.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6097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Онтология предметной области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26407"/>
            <a:ext cx="5203794" cy="319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Для обычной модели слова «заказ», «платёж», «клиент» — просто понятия из текста. Но в конкретной компании между ними существуют строгие отношения: заказ принадлежит клиенту, платёж относится к заказу, определённый тип заказа требует определённого способа доставки.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эти отношения описаны формально, агент получает точное представление о предметной области и правильно интерпретирует информацию в рамках конкретного домена.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826988"/>
            <a:ext cx="5203794" cy="52039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48209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Конфликт источников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1565275"/>
            <a:ext cx="629686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у агента несколько источников, они могут противоречить друг другу. README указывает версию API 1, архитектурная документация — версию 2, а внешний сервис сообщает версию 3. Если агент просто объединит эти сведения, результат станет ненадёжным.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2877542"/>
            <a:ext cx="897808" cy="10774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1721" y="3057029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Текущее состояние системы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301721" y="3439815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Наибольший вес для вопросов о конфигурации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3954959"/>
            <a:ext cx="897808" cy="10774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01721" y="4134445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Официальная спецификация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6301721" y="4517231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Авторитет при определении контракта API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5032375"/>
            <a:ext cx="897808" cy="10774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01721" y="5211862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Историческая документация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301721" y="5594648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Контекст, но не источник текущей истины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Происхождение и доказуемость информации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23817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Откуда взялся ответ?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722463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агент утверждает, что метод устарел, важно понимать основание: документация проекта, ответ API, внутренний стандарт или общее знание модели. Каждый вариант имеет разный уровень доверия.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818731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Проверяемое поведение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303018"/>
            <a:ext cx="690326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 построении серьёзных агентных систем полезно сохранять связь между выводом и источником — конкретный файл, раздел, ответ сервиса, идентификатор документа. Человек может открыть исходный материал и убедиться, что модель правильно его интерпретировала.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991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Доверие к внешнему источнику и безопасность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599234"/>
            <a:ext cx="3496877" cy="3218755"/>
          </a:xfrm>
          <a:prstGeom prst="roundRect">
            <a:avLst>
              <a:gd name="adj" fmla="val 2466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79459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Подключение ≠ доверие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203277"/>
            <a:ext cx="3106164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Внешний источник нельзя автоматически считать безопасным только потому, что агент смог к нему подключиться. MCP-сервер может предоставлять полезную документацию и одновременно иметь инструменты записи.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599234"/>
            <a:ext cx="3496877" cy="3218755"/>
          </a:xfrm>
          <a:prstGeom prst="roundRect">
            <a:avLst>
              <a:gd name="adj" fmla="val 2466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79459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Контроль в Hermes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203277"/>
            <a:ext cx="310616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Hermes позволяет ограничивать доступ к MCP-инструментам на уровне конкретного сервера и фильтровать набор функций. Информация влияет на решение агента, но не расширяет его полномочия автоматически.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599234"/>
            <a:ext cx="3496877" cy="3218755"/>
          </a:xfrm>
          <a:prstGeom prst="roundRect">
            <a:avLst>
              <a:gd name="adj" fmla="val 2466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79459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Данные — не команды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203277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внешняя документация содержит фразу «удали все файлы», это не означает, что агент должен воспринимать её как инструкцию к действию.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0" y="106263"/>
            <a:ext cx="4430205" cy="6645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77466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Обогащение информации в архитектуре Hermes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1722934"/>
            <a:ext cx="629686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Hermes позволяет подключать внешние инструменты через MCP без написания собственного Tool — при запуске он обнаруживает инструменты MCP-сервера и регистрирует их рядом со встроенными возможностями.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558" y="2437805"/>
            <a:ext cx="4722595" cy="29535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65544" y="3854193"/>
            <a:ext cx="973635" cy="16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Онтология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322819" y="5102881"/>
            <a:ext cx="973635" cy="16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API/Tool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080366" y="3771974"/>
            <a:ext cx="973635" cy="326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Источник знаний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322819" y="2562991"/>
            <a:ext cx="973635" cy="16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Контекст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61475" y="5510907"/>
            <a:ext cx="6296860" cy="669627"/>
          </a:xfrm>
          <a:prstGeom prst="roundRect">
            <a:avLst>
              <a:gd name="adj" fmla="val 8892"/>
            </a:avLst>
          </a:prstGeom>
          <a:solidFill>
            <a:srgbClr val="DFF6D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156" y="5668268"/>
            <a:ext cx="177200" cy="1416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22037" y="5652591"/>
            <a:ext cx="569461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Начинайте не с вопроса «как подключить ещё один источник», а с вопроса «какого знания сейчас не хватает агенту».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735</Words>
  <Application>Microsoft Office PowerPoint</Application>
  <PresentationFormat>Широкоэкранный</PresentationFormat>
  <Paragraphs>63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Nunito Sans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2026-09-20T19:01:20Z</dcterms:created>
  <dcterms:modified xsi:type="dcterms:W3CDTF">2026-09-20T19:01:55Z</dcterms:modified>
</cp:coreProperties>
</file>