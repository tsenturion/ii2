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74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Управление процессами — уровень выше одного агента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агентов становится несколько и они работают одновременно, задача меняется: нужно управлять потоком работ, а не содержанием одного ответа.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899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Оркестрация отделена от выполнения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35475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Оркестратор — это дирижёр, а не музыкант. Его роль — понимать структуру процесса и распределять задачи между исполнителями, управляя зависимостями между работами.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474641"/>
            <a:ext cx="6296860" cy="2493367"/>
          </a:xfrm>
          <a:prstGeom prst="roundRect">
            <a:avLst>
              <a:gd name="adj" fmla="val 3184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480991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66156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856832" y="367000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Оркестратор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56832" y="4078684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Решает, что и когда запустить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809905" y="3480991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3809905" y="3480991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3998912" y="3670002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Исполнитель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3998912" y="4078684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Выполняет конкретную задачу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7825" y="4872534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8725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32" y="506154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Зависимости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856832" y="547022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Определяют порядок работ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5309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591866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Очередь задач как инфраструктура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962176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задач больше, чем система может выполнить одновременно, они встают в очередь. Каждая задача имеет чёткое состояние и достаточно информации для запуска.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Очередь — часть инфраструктуры системы, а не просто часть промпта.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5134868"/>
            <a:ext cx="2575357" cy="730448"/>
          </a:xfrm>
          <a:prstGeom prst="roundRect">
            <a:avLst>
              <a:gd name="adj" fmla="val 10868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5881" y="5349280"/>
            <a:ext cx="21465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⏳</a:t>
            </a: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Ожидание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3425839" y="5134868"/>
            <a:ext cx="2575456" cy="730448"/>
          </a:xfrm>
          <a:prstGeom prst="roundRect">
            <a:avLst>
              <a:gd name="adj" fmla="val 10868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40245" y="5349280"/>
            <a:ext cx="214664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⚙️</a:t>
            </a: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Выполнение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6190301" y="5134868"/>
            <a:ext cx="2575456" cy="730448"/>
          </a:xfrm>
          <a:prstGeom prst="roundRect">
            <a:avLst>
              <a:gd name="adj" fmla="val 10868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4708" y="5349280"/>
            <a:ext cx="214664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Успех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8954764" y="5134868"/>
            <a:ext cx="2575456" cy="730448"/>
          </a:xfrm>
          <a:prstGeom prst="roundRect">
            <a:avLst>
              <a:gd name="adj" fmla="val 10868"/>
            </a:avLst>
          </a:prstGeom>
          <a:solidFill>
            <a:srgbClr val="FFFFFF"/>
          </a:solidFill>
          <a:ln w="25399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69171" y="5349280"/>
            <a:ext cx="214664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 Ошибка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87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Приоритизация по бизнес-логике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87971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Порядок выполнения зависит не только от времени поступления. Приоритет должен быть задан явно — нельзя рассчитывать, что модель сама определит бизнес-важность.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2017018"/>
            <a:ext cx="9238424" cy="4228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43810" y="2568220"/>
            <a:ext cx="2043626" cy="25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Обычный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43810" y="2896344"/>
            <a:ext cx="2252529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Плановые обновления, по очереди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722373" y="3957920"/>
            <a:ext cx="2043626" cy="25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Высокий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5125" y="4286044"/>
            <a:ext cx="2070874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Блокирует другие задачи, выполнить скоро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43810" y="4675478"/>
            <a:ext cx="2043626" cy="25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Критический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43810" y="5003602"/>
            <a:ext cx="2252529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Аварии в продакшне, немедленное решение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3570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Параллельность имеет границы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097236" y="2200473"/>
            <a:ext cx="3190101" cy="2650728"/>
          </a:xfrm>
          <a:prstGeom prst="roundRect">
            <a:avLst>
              <a:gd name="adj" fmla="val 5134"/>
            </a:avLst>
          </a:prstGeom>
          <a:solidFill>
            <a:srgbClr val="061B40"/>
          </a:solidFill>
          <a:ln/>
        </p:spPr>
      </p:sp>
      <p:sp>
        <p:nvSpPr>
          <p:cNvPr id="6" name="Text 3"/>
          <p:cNvSpPr/>
          <p:nvPr/>
        </p:nvSpPr>
        <p:spPr>
          <a:xfrm>
            <a:off x="5286243" y="2389485"/>
            <a:ext cx="281208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Параллельность ускоряет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86243" y="3169047"/>
            <a:ext cx="281208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Одновременное выполнение работает только для независимых задач.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389485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Но каждый агент потребляет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3169047"/>
            <a:ext cx="291785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Модель, контекст, инструменты и API. Слишком много параллельных работ — ограничения, рост стоимости, конфликты.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5063827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FF6D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5331520"/>
            <a:ext cx="236234" cy="189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7608" y="5300067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Максимальное количество агентов — это ресурсный лимит, а не цель.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0934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Квоты защищают от разрастания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31245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Квота — граница потребления ресурса. Без квот система быстро становится дорогой и неконтролируемой.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каждый агент создаёт трёх других, число исполнителей растёт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экспоненциально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Увеличение лимитов должно быть осознанным архитектурным решением.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771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Backpressure предотвращает перегрузку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12596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новые задачи поступают быстрее, чем система их выполняет, нужен механизм контроля входящего потока.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878038"/>
            <a:ext cx="897808" cy="1077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1721" y="3057525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Поток задач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01721" y="3440311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Задачи поступают быстро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955455"/>
            <a:ext cx="897808" cy="10774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1721" y="4134941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Backpressure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301721" y="4517727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говорит: «подожди»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5032871"/>
            <a:ext cx="897808" cy="10774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1721" y="5212358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Безопасность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301721" y="5595144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Нет сотен конкурентных агентов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SLA — ожидание от процесса, не от модели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27226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SLA определяет, за какое время должна начаться или завершиться задача. Это характеристика процесса, а не качества ответа модели.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16662" y="3714750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агент решил задачу за 2 минуты, но она 40 минут ждала в очереди — общее время 42 минуты.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3544689"/>
            <a:ext cx="25399" cy="944959"/>
          </a:xfrm>
          <a:prstGeom prst="roundRect">
            <a:avLst>
              <a:gd name="adj" fmla="val 50001"/>
            </a:avLst>
          </a:prstGeom>
          <a:solidFill>
            <a:srgbClr val="7DDB51"/>
          </a:solidFill>
          <a:ln/>
        </p:spPr>
      </p:sp>
      <p:sp>
        <p:nvSpPr>
          <p:cNvPr id="7" name="Text 4"/>
          <p:cNvSpPr/>
          <p:nvPr/>
        </p:nvSpPr>
        <p:spPr>
          <a:xfrm>
            <a:off x="4633201" y="4702274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Управление SLA невозможно без наблюдения за состояниями задач.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1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Мониторинг отслеживает реальное состояние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104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Недостаточно знать только итоговый ответ. Нужно видеть весь поток работ в реальном времени.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25452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5341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Ожидают запуска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9428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Задачи в очереди, готовые к выполнению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825452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5341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Выполняются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39428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Активная работа vs зависшее состояние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825452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53417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Завершились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3942854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 подтверждён инфраструктурой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476031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FF6D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028009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4996557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Состояние должно подтверждаться инфраструктурой, а не только сообщением агента «я работаю».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885" y="118566"/>
            <a:ext cx="4413735" cy="6620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4534"/>
            <a:ext cx="6296860" cy="988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Управляемая система — инженерный слой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741388"/>
            <a:ext cx="6296860" cy="464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существует постоянный поток работ, появляется отдельный инженерный слой управления процессами.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2354957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5975" y="2519462"/>
            <a:ext cx="596785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Оркестрация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5975" y="2845991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Распределение работ между субагентами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3375124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975" y="3539629"/>
            <a:ext cx="596785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Очередь и приоритеты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5975" y="3866158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Порядок и важность задач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4395291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975" y="4559796"/>
            <a:ext cx="596785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Квоты и SLA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5975" y="4886325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Ограничения и ожидания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475" y="5415459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5975" y="5579963"/>
            <a:ext cx="5967859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Фоновые процессы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5975" y="5906492"/>
            <a:ext cx="5967859" cy="232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Запланированные и внешние запуски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Широкоэкранный</PresentationFormat>
  <Paragraphs>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Noto Color Emoji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2026-09-20T19:28:51Z</dcterms:created>
  <dcterms:modified xsi:type="dcterms:W3CDTF">2026-09-20T19:30:03Z</dcterms:modified>
</cp:coreProperties>
</file>