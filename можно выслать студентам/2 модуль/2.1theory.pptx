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612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40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мощность — не главный критерий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405287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Выбор модели ИИ для разработки — это не поиск самой сильной системы. Разные задачи требуют разных характеристик: одна нуждается в скорости, другая — в глубоком анализе, третья — в экономичности. Правильный выбор — это всегда компромисс между требованиями конкретного сценария.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841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Latency: скорость ответа имеет значение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0401"/>
            <a:ext cx="3537060" cy="35371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5640" y="2847082"/>
            <a:ext cx="692083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Задержка между запросом и ответом критична для интерактивных сценариев. Когда разработчик ждёт подсказку во время набора кода, даже отличный ответ, пришедший слишком поздно, становится бесполезным.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34893"/>
            <a:ext cx="5359365" cy="9821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4993" y="5522218"/>
            <a:ext cx="490852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Автодополнение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24993" y="5875139"/>
            <a:ext cx="490852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Реакция нужна в миллисекундах — задержка недопустима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0756" y="5334893"/>
            <a:ext cx="5359464" cy="9821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34274" y="5522218"/>
            <a:ext cx="490862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архитектуры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434274" y="5875139"/>
            <a:ext cx="490862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Несколько секунд ожидания вполне приемлемы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1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Accuracy: качество решения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106216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кода — это не только правильный синтаксис. Модель должна понимать задачу, соблюдать ограничения проекта и создавать решение, которое реально работает.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226098"/>
            <a:ext cx="3053877" cy="1699518"/>
          </a:xfrm>
          <a:prstGeom prst="roundRect">
            <a:avLst>
              <a:gd name="adj" fmla="val 467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6832" y="3421459"/>
            <a:ext cx="2663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Простое автодополнение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4125416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Достаточно продолжить очевидную конструкцию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904359" y="3226098"/>
            <a:ext cx="3053976" cy="1699518"/>
          </a:xfrm>
          <a:prstGeom prst="roundRect">
            <a:avLst>
              <a:gd name="adj" fmla="val 467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99715" y="342145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Рефакторинг модулей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099715" y="3830141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Нужно глубокое понимание структуры и зависимостей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5114627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6832" y="530998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Архитектурный анализ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56832" y="5718671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Требуется учёт контекста всего проекта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36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Компромисс между скоростью и качеством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38462"/>
            <a:ext cx="6903269" cy="3455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583" y="3623773"/>
            <a:ext cx="129649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Низкая задержка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338793" y="5299382"/>
            <a:ext cx="1551651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Низкое качество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30250" y="3623773"/>
            <a:ext cx="1296490" cy="3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Высокая задержка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34914" y="2280269"/>
            <a:ext cx="1551651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Высокое качество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5940" y="4376342"/>
            <a:ext cx="1330971" cy="620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Тщательная верификация сложных зависимостей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23439" y="4460823"/>
            <a:ext cx="1330972" cy="46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Лёгкие локальные задачи и тривиальные запросы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23439" y="3184990"/>
            <a:ext cx="1330972" cy="46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Глубокая модель — архитектурный анализ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54563" y="3262574"/>
            <a:ext cx="1330971" cy="31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Быстрая модель — мгновенные ответы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32251" y="1857871"/>
            <a:ext cx="35042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Более мощные модели часто отвечают медленнее, но лучше анализируют сложные зависимости. Дополнительное время оправдано, если оно действительно улучшает результат.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32251" y="3885009"/>
            <a:ext cx="3504219" cy="1946672"/>
          </a:xfrm>
          <a:prstGeom prst="roundRect">
            <a:avLst>
              <a:gd name="adj" fmla="val 4078"/>
            </a:avLst>
          </a:prstGeom>
          <a:solidFill>
            <a:srgbClr val="DFF6D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258" y="4165402"/>
            <a:ext cx="236234" cy="1890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46499" y="4102298"/>
            <a:ext cx="27009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Проблема возникает, когда дорогую и медленную модель используют для задач, с которыми справилась бы более простая система.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1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Стоимость: считайте не только API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06327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$0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06625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Простые задачи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47493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Дешёвая модель справляется так же хорошо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2206327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1000x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306625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Автоматизация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4749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Тысячи запросов — разница в цене становится существенной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292402"/>
            <a:ext cx="10868745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 облачных моделях стоимость зависит от объёма токенов. При локальном запуске — это оборудование, память и электроэнергия.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Хорошая архитектура использует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дешёвые модели для простых задач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передаёт сложные запросы мощным системам только когда необходимо.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3414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Токены и контекст: эффективность запроса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398911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Токен — это часть текста, которую обрабатывает модель. В запрос входит не только вопрос пользователя, но и инструкции, история, код, документация.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3524647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51879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Неэффективно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275723" y="3927475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Передавать весь репозиторий при каждом запросе — стоимость растёт многократно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4916190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491033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Эффективно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75723" y="531901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Заранее выбирать только релевантные файлы и передавать минимально необходимый контекст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Контекстное окно: объём одновременной обработки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909193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Контекстное окно — это максимальный объём информации, который модель может учитывать одновременно. Для небольших функций это почти незаметно. Для больших проектов может потребоваться несколько файлов, интерфейсы, документация и тесты одновременно.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331494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611886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548783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Большое окно не гарантирует качество — важно передавать действительно релевантную информацию, а не всё подряд.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005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Мультимодальность: когда нужна поддержка изображений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49377"/>
            <a:ext cx="1004962" cy="10049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949377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Только текст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358059"/>
            <a:ext cx="22242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написания функции на Python мультимодальность совершенно не нужна — достаточно текстовой модели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949377"/>
            <a:ext cx="1004962" cy="10049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949377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Скриншот интерфейса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3653334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Анализ скриншота вместе с кодом — модель должна понимать визуальный контекст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949377"/>
            <a:ext cx="1004962" cy="10049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949377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Изображение ошибки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3653334"/>
            <a:ext cx="22242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Передача скриншота с ошибкой — способность читать визуальный контекст становится реальным преимуществом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12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Качество кода: проверяйте на своих задачах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1531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может хорошо писать текст и объяснять понятия, но хуже справляться со сложными программными конструкциями. Разница особенно заметна там, где нужно изменить взаимосвязанный участок проекта.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73278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2365" y="276820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5723" y="2797671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Понимание нескольких файлов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75723" y="3206353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должна удерживать связи между модулями, а не работать с каждым файлом изолированно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388679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2365" y="39222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75723" y="3951684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Корректное использование API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75723" y="4360366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Правильные вызовы библиотек, сохранение типов данных, сохранение существующей логики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504080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2365" y="50762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75723" y="5105698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Тест на реальных задачах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275723" y="5514380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Проверяйте модель на типичных задачах команды и считайте, сколько кода приходится исправлять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Инструменты и финальный выбор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48000"/>
            <a:ext cx="5315512" cy="517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агентных сценариев модель должна уметь работать с инструментами — корректно инициировать вызовы функций, передавать аргументы и использовать результаты.</a:t>
            </a:r>
            <a:endParaRPr lang="en-US" sz="7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Выбор модели всегда начинается со сценария. В хорошо спроектированной системе </a:t>
            </a:r>
            <a:r>
              <a:rPr lang="en-US" sz="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разные модели используются для разных типов работы</a:t>
            </a: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это не ограничение, а правильная архитектура.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221058" y="3621881"/>
            <a:ext cx="1317394" cy="147935"/>
          </a:xfrm>
          <a:prstGeom prst="roundRect">
            <a:avLst>
              <a:gd name="adj" fmla="val 22136"/>
            </a:avLst>
          </a:prstGeom>
          <a:solidFill>
            <a:srgbClr val="DFF6D5"/>
          </a:solidFill>
          <a:ln/>
        </p:spPr>
      </p:sp>
      <p:sp>
        <p:nvSpPr>
          <p:cNvPr id="6" name="Text 3"/>
          <p:cNvSpPr/>
          <p:nvPr/>
        </p:nvSpPr>
        <p:spPr>
          <a:xfrm>
            <a:off x="6279497" y="3651052"/>
            <a:ext cx="1810102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СКОРОСТЬ → ЛЁГКАЯ МОДЕЛЬ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6221058" y="3826272"/>
            <a:ext cx="1385158" cy="147935"/>
          </a:xfrm>
          <a:prstGeom prst="roundRect">
            <a:avLst>
              <a:gd name="adj" fmla="val 22136"/>
            </a:avLst>
          </a:prstGeom>
          <a:noFill/>
          <a:ln w="6350">
            <a:solidFill>
              <a:srgbClr val="7DDB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79497" y="3855442"/>
            <a:ext cx="1877866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7DDB5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→ МОЩНАЯ МОДЕЛЬ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6221058" y="4030663"/>
            <a:ext cx="1661178" cy="147935"/>
          </a:xfrm>
          <a:prstGeom prst="roundRect">
            <a:avLst>
              <a:gd name="adj" fmla="val 22136"/>
            </a:avLst>
          </a:prstGeom>
          <a:noFill/>
          <a:ln w="6350">
            <a:solidFill>
              <a:srgbClr val="7DDB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79497" y="4059833"/>
            <a:ext cx="2153886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7DDB5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→ ПОДДЕРЖКА ИНСТРУМЕНТОВ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PresentationFormat>Широкоэкранный</PresentationFormat>
  <Paragraphs>79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2026-09-20T18:11:45Z</dcterms:created>
  <dcterms:modified xsi:type="dcterms:W3CDTF">2026-09-20T18:12:12Z</dcterms:modified>
</cp:coreProperties>
</file>