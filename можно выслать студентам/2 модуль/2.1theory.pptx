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Nunito Sans" pitchFamily="2" charset="-52"/>
      <p:regular r:id="rId13"/>
    </p:embeddedFont>
    <p:embeddedFont>
      <p:font typeface="Nunito Sans Bold" charset="-52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8612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94052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Почему мощность — не главный критерий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3405287"/>
            <a:ext cx="629686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Выбор модели ИИ для разработки — это не поиск самой сильной системы. Разные задачи требуют разных характеристик: одна нуждается в скорости, другая — в глубоком анализе, третья — в экономичности. Правильный выбор — это всегда компромисс между требованиями конкретного сценария.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0841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Latency: скорость ответа имеет значение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60401"/>
            <a:ext cx="3537060" cy="35371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15640" y="2847082"/>
            <a:ext cx="6920831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Задержка между запросом и ответом критична для интерактивных сценариев. Когда разработчик ждёт подсказку во время набора кода, даже отличный ответ, пришедший слишком поздно, становится бесполезным.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334893"/>
            <a:ext cx="5359365" cy="98216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24993" y="5522218"/>
            <a:ext cx="490852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Автодополнение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924993" y="5875139"/>
            <a:ext cx="490852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Реакция нужна в миллисекундах — задержка недопустима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0756" y="5334893"/>
            <a:ext cx="5359464" cy="98216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34274" y="5522218"/>
            <a:ext cx="4908626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Анализ архитектуры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6434274" y="5875139"/>
            <a:ext cx="4908626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Несколько секунд ожидания вполне приемлемы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414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Accuracy: качество решения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1062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Качество кода — это не только правильный синтаксис. Модель должна понимать задачу, соблюдать ограничения проекта и создавать решение, которое реально работает.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61475" y="3226098"/>
            <a:ext cx="3053877" cy="1699518"/>
          </a:xfrm>
          <a:prstGeom prst="roundRect">
            <a:avLst>
              <a:gd name="adj" fmla="val 4671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6832" y="3421459"/>
            <a:ext cx="2663163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Простое автодополнение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856832" y="4125416"/>
            <a:ext cx="26631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Достаточно продолжить очевидную конструкцию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904359" y="3226098"/>
            <a:ext cx="3053976" cy="1699518"/>
          </a:xfrm>
          <a:prstGeom prst="roundRect">
            <a:avLst>
              <a:gd name="adj" fmla="val 4671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99715" y="3421459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Рефакторинг модулей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4099715" y="3830141"/>
            <a:ext cx="26632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Нужно глубокое понимание структуры и зависимостей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61475" y="5114627"/>
            <a:ext cx="6296860" cy="1101824"/>
          </a:xfrm>
          <a:prstGeom prst="roundRect">
            <a:avLst>
              <a:gd name="adj" fmla="val 7205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6832" y="5309989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Архитектурный анализ</a:t>
            </a:r>
            <a:endParaRPr lang="en-US" sz="1850" dirty="0"/>
          </a:p>
        </p:txBody>
      </p:sp>
      <p:sp>
        <p:nvSpPr>
          <p:cNvPr id="14" name="Text 11"/>
          <p:cNvSpPr/>
          <p:nvPr/>
        </p:nvSpPr>
        <p:spPr>
          <a:xfrm>
            <a:off x="856832" y="5718671"/>
            <a:ext cx="590614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Требуется учёт контекста всего проекта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369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Компромисс между скоростью и качеством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38462"/>
            <a:ext cx="6903269" cy="34550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2583" y="3623773"/>
            <a:ext cx="1296490" cy="38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Низкая задержка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338793" y="5299382"/>
            <a:ext cx="1551651" cy="193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Низкое качество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230250" y="3623773"/>
            <a:ext cx="1296490" cy="38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Высокая задержка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334914" y="2280269"/>
            <a:ext cx="1551651" cy="193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Высокое качество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95940" y="4376342"/>
            <a:ext cx="1330971" cy="620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Тщательная верификация сложных зависимостей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23439" y="4460823"/>
            <a:ext cx="1330972" cy="465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Лёгкие локальные задачи и тривиальные запросы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23439" y="3184990"/>
            <a:ext cx="1330972" cy="465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Глубокая модель — архитектурный анализ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554563" y="3262574"/>
            <a:ext cx="1330971" cy="310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Быстрая модель — мгновенные ответы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032251" y="1857871"/>
            <a:ext cx="3504219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Более мощные модели часто отвечают медленнее, но лучше анализируют сложные зависимости. Дополнительное время оправдано, если оно действительно улучшает результат.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032251" y="3885009"/>
            <a:ext cx="3504219" cy="1946672"/>
          </a:xfrm>
          <a:prstGeom prst="roundRect">
            <a:avLst>
              <a:gd name="adj" fmla="val 4078"/>
            </a:avLst>
          </a:prstGeom>
          <a:solidFill>
            <a:srgbClr val="DFF6D5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258" y="4165402"/>
            <a:ext cx="236234" cy="1890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646499" y="4102298"/>
            <a:ext cx="270096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Проблема возникает, когда дорогую и медленную модель используют для задач, с которыми справилась бы более простая система.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4319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Стоимость: считайте не только API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06327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$0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66256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Простые задачи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474938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Дешёвая модель справляется так же хорошо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2206327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1000x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3066256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Автоматизация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3474938"/>
            <a:ext cx="53163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Тысячи запросов — разница в цене становится существенной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292402"/>
            <a:ext cx="10868745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При облачных моделях стоимость зависит от объёма токенов. При локальном запуске — это оборудование, память и электроэнергия.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Хорошая архитектура использует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дешёвые модели для простых задач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и передаёт сложные запросы мощным системам только когда необходимо.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934145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Токены и контекст: эффективность запроса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398911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Токен — это часть текста, которую обрабатывает модель. В запрос входит не только вопрос пользователя, но и инструкции, история, код, документация.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315" y="3524647"/>
            <a:ext cx="283461" cy="283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75723" y="3518793"/>
            <a:ext cx="568261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Неэффективно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1275723" y="3927475"/>
            <a:ext cx="568261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Передавать весь репозиторий при каждом запросе — стоимость растёт многократно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315" y="4916190"/>
            <a:ext cx="283461" cy="2834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75723" y="4910336"/>
            <a:ext cx="568261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Эффективно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275723" y="5319018"/>
            <a:ext cx="568261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Заранее выбирать только релевантные файлы и передавать минимально необходимый контекст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Контекстное окно: объём одновременной обработки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9230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909193"/>
            <a:ext cx="690326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Контекстное окно — это максимальный объём информации, который модель может учитывать одновременно. Для небольших функций это почти незаметно. Для больших проектов может потребоваться несколько файлов, интерфейсы, документация и тесты одновременно.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4331494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FF6D5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4611886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4548783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Большое окно не гарантирует качество — важно передавать действительно релевантную информацию, а не всё подряд.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90055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Мультимодальность: когда нужна поддержка изображений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949377"/>
            <a:ext cx="1004962" cy="10049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02670" y="2949377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Только текст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902670" y="3358059"/>
            <a:ext cx="22242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Для написания функции на Python мультимодальность совершенно не нужна — достаточно текстовой модели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2949377"/>
            <a:ext cx="1004962" cy="100498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04330" y="2949377"/>
            <a:ext cx="222423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Скриншот интерфейса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604330" y="3653334"/>
            <a:ext cx="222423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Анализ скриншота вместе с кодом — модель должна понимать визуальный контекст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794" y="2949377"/>
            <a:ext cx="1004962" cy="100498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305990" y="2949377"/>
            <a:ext cx="222423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Изображение ошибки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305990" y="3653334"/>
            <a:ext cx="22242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Передача скриншота с ошибкой — способность читать визуальный контекст становится реальным преимуществом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4120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Качество кода: проверяйте на своих задачах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15319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Модель может хорошо писать текст и объяснять понятия, но хуже справляться со сложными программными конструкциями. Разница особенно заметна там, где нужно изменить взаимосвязанный участок проекта.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732782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2365" y="276820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75723" y="2797671"/>
            <a:ext cx="1025449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Понимание нескольких файлов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275723" y="3206353"/>
            <a:ext cx="102544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Модель должна удерживать связи между модулями, а не работать с каждым файлом изолированно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61475" y="3886795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2365" y="392221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75723" y="3951684"/>
            <a:ext cx="1025449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Корректное использование API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275723" y="4360366"/>
            <a:ext cx="102544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Правильные вызовы библиотек, сохранение типов данных, сохранение существующей логики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5040809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2365" y="5076230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75723" y="5105698"/>
            <a:ext cx="1025449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Тест на реальных задачах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1275723" y="5514380"/>
            <a:ext cx="102544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Проверяйте модель на типичных задачах команды и считайте, сколько кода приходится исправлять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Инструменты и финальный выбор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1058" y="3048000"/>
            <a:ext cx="5315512" cy="5174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spcAft>
                <a:spcPts val="35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Для агентных сценариев модель должна уметь работать с инструментами — корректно инициировать вызовы функций, передавать аргументы и использовать результаты.</a:t>
            </a:r>
            <a:endParaRPr lang="en-US" sz="750" dirty="0"/>
          </a:p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Выбор модели всегда начинается со сценария. В хорошо спроектированной системе </a:t>
            </a:r>
            <a:r>
              <a:rPr lang="en-US" sz="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разные модели используются для разных типов работы</a:t>
            </a: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это не ограничение, а правильная архитектура.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221058" y="3621881"/>
            <a:ext cx="1317394" cy="147935"/>
          </a:xfrm>
          <a:prstGeom prst="roundRect">
            <a:avLst>
              <a:gd name="adj" fmla="val 22136"/>
            </a:avLst>
          </a:prstGeom>
          <a:solidFill>
            <a:srgbClr val="DFF6D5"/>
          </a:solidFill>
          <a:ln/>
        </p:spPr>
      </p:sp>
      <p:sp>
        <p:nvSpPr>
          <p:cNvPr id="6" name="Text 3"/>
          <p:cNvSpPr/>
          <p:nvPr/>
        </p:nvSpPr>
        <p:spPr>
          <a:xfrm>
            <a:off x="6279497" y="3651052"/>
            <a:ext cx="1810102" cy="8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СКОРОСТЬ → ЛЁГКАЯ МОДЕЛЬ</a:t>
            </a:r>
            <a:endParaRPr lang="en-US" sz="600" dirty="0"/>
          </a:p>
        </p:txBody>
      </p:sp>
      <p:sp>
        <p:nvSpPr>
          <p:cNvPr id="7" name="Shape 4"/>
          <p:cNvSpPr/>
          <p:nvPr/>
        </p:nvSpPr>
        <p:spPr>
          <a:xfrm>
            <a:off x="6221058" y="3826272"/>
            <a:ext cx="1385158" cy="147935"/>
          </a:xfrm>
          <a:prstGeom prst="roundRect">
            <a:avLst>
              <a:gd name="adj" fmla="val 22136"/>
            </a:avLst>
          </a:prstGeom>
          <a:noFill/>
          <a:ln w="6350">
            <a:solidFill>
              <a:srgbClr val="7DDB5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79497" y="3855442"/>
            <a:ext cx="1877866" cy="8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7DDB51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КАЧЕСТВО → МОЩНАЯ МОДЕЛЬ</a:t>
            </a:r>
            <a:endParaRPr lang="en-US" sz="600" dirty="0"/>
          </a:p>
        </p:txBody>
      </p:sp>
      <p:sp>
        <p:nvSpPr>
          <p:cNvPr id="9" name="Shape 6"/>
          <p:cNvSpPr/>
          <p:nvPr/>
        </p:nvSpPr>
        <p:spPr>
          <a:xfrm>
            <a:off x="6221058" y="4030663"/>
            <a:ext cx="1661178" cy="147935"/>
          </a:xfrm>
          <a:prstGeom prst="roundRect">
            <a:avLst>
              <a:gd name="adj" fmla="val 22136"/>
            </a:avLst>
          </a:prstGeom>
          <a:noFill/>
          <a:ln w="6350">
            <a:solidFill>
              <a:srgbClr val="7DDB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79497" y="4059833"/>
            <a:ext cx="2153886" cy="8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7DDB51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АГЕНТ → ПОДДЕРЖКА ИНСТРУМЕНТОВ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</Words>
  <Application>Microsoft Office PowerPoint</Application>
  <PresentationFormat>Широкоэкранный</PresentationFormat>
  <Paragraphs>79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Nunito Sans</vt:lpstr>
      <vt:lpstr>Nunito Sans Bold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2026-09-20T18:11:45Z</dcterms:created>
  <dcterms:modified xsi:type="dcterms:W3CDTF">2026-09-20T20:07:06Z</dcterms:modified>
</cp:coreProperties>
</file>