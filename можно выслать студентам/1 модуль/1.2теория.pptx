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embeddedFontLst>
    <p:embeddedFont>
      <p:font typeface="Nunito Sans" pitchFamily="2" charset="-52"/>
      <p:regular r:id="rId5"/>
      <p:italic r:id="rId6"/>
    </p:embeddedFont>
    <p:embeddedFont>
      <p:font typeface="Nunito Sans Bold" charset="-52"/>
      <p:regular r:id="rId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tableStyles" Target="tableStyles.xml"/><Relationship Id="rId5" Type="http://schemas.openxmlformats.org/officeDocument/2006/relationships/font" Target="fonts/font1.fntdata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341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112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Ассистент: вопрос и ответ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815306"/>
            <a:ext cx="3504219" cy="4101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Ассистент работает по простой схеме: вы задаёте вопрос, система отвечает. Вы передаёте ей текст, код или описание проблемы — получаете объяснение, предложение или готовый фрагмент кода.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Дальше всё зависит от вас. Вы копируете результат, создаёте файл, запускаете тесты, проверяете, работает ли. Если что-то не так — снова обращаетесь к ассистенту. Решение о каждом действии принимаете </a:t>
            </a: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201" y="2512913"/>
            <a:ext cx="6903269" cy="2706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98511" y="2645635"/>
            <a:ext cx="1263687" cy="40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 задаёте вопрос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0107349" y="2645635"/>
            <a:ext cx="1263687" cy="40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Ассистент отвечает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107349" y="4680222"/>
            <a:ext cx="1263687" cy="40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 решаете действие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98511" y="4680222"/>
            <a:ext cx="1263687" cy="406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Продолжаете цикл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913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Агент: от цели к результату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42580"/>
            <a:ext cx="6910810" cy="2593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45313" y="4405918"/>
            <a:ext cx="1042342" cy="40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Скорректировать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931677" y="4506317"/>
            <a:ext cx="1042342" cy="200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Проверить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25180" y="4506317"/>
            <a:ext cx="1042341" cy="200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Выполнить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318684" y="4405918"/>
            <a:ext cx="1042342" cy="40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Спланировать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83630" y="4405918"/>
            <a:ext cx="1042342" cy="40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Получить цель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18163" y="1694259"/>
            <a:ext cx="3518308" cy="1970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Агент получает не вопрос, а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цель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. Он сам определяет, какие шаги нужны, смотрит файлы, вносит изменения, проверяет результат. Если тесты не прошли — анализирует ошибку, корректирует решение и повторяет проверку.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018163" y="3857823"/>
            <a:ext cx="3518308" cy="2087761"/>
          </a:xfrm>
          <a:prstGeom prst="roundRect">
            <a:avLst>
              <a:gd name="adj" fmla="val 3624"/>
            </a:avLst>
          </a:prstGeom>
          <a:solidFill>
            <a:srgbClr val="DFF6D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8240" y="4113609"/>
            <a:ext cx="225122" cy="1800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03439" y="4057253"/>
            <a:ext cx="2752954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Главное отличие не в интеллекте, а в действии: ассистент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предлагает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агент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выполняет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последовательность операций и проверяет результат самостоятельно.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Широкоэкранный</PresentationFormat>
  <Paragraphs>17</Paragraphs>
  <Slides>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Nunito Sans</vt:lpstr>
      <vt:lpstr>Nunito Sans Bold</vt:lpstr>
      <vt:lpstr>Arial</vt:lpstr>
      <vt:lpstr>Office Theme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2026-09-20T11:19:03Z</dcterms:created>
  <dcterms:modified xsi:type="dcterms:W3CDTF">2026-09-20T12:50:21Z</dcterms:modified>
</cp:coreProperties>
</file>