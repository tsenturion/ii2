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Nunito Sans" pitchFamily="2" charset="-52"/>
      <p:regular r:id="rId11"/>
    </p:embeddedFont>
    <p:embeddedFont>
      <p:font typeface="Nunito Sans Bold" charset="-52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92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человека в работе с 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вы используете ИИ для кода, главный вопрос не в том, может ли он писать. Вопрос в том,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где вы находитесь в процессе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какую самостоятельность ему даёте.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577755"/>
            <a:ext cx="5486560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774879" y="4634409"/>
            <a:ext cx="586933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ИНСТРУМЕНТ — ТРИ РАЗНЫХ ПОДХОДА К ВЗАИМОДЕЙСТВИЮ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24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Человек в контуре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846659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 остаётесь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активным участником каждого шага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Цикл выглядит так: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201" y="2361704"/>
            <a:ext cx="6903269" cy="2706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98511" y="2494426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Поставить задачу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0107349" y="2494426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Получить вариант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0107349" y="4529013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Проанализировать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98511" y="4325915"/>
            <a:ext cx="1263687" cy="609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Скорректировать и использовать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633201" y="5280620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ИИ ускоряет работу, но ответственность остаётся у вас. Подходит для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критичных частей системы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где цена ошибки высокая.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8460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Человек на ревью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527533" y="1394619"/>
            <a:ext cx="3189406" cy="4924822"/>
          </a:xfrm>
          <a:prstGeom prst="roundRect">
            <a:avLst>
              <a:gd name="adj" fmla="val 4200"/>
            </a:avLst>
          </a:prstGeom>
          <a:solidFill>
            <a:srgbClr val="061B40"/>
          </a:solidFill>
          <a:ln/>
        </p:spPr>
      </p:sp>
      <p:sp>
        <p:nvSpPr>
          <p:cNvPr id="6" name="Text 3"/>
          <p:cNvSpPr/>
          <p:nvPr/>
        </p:nvSpPr>
        <p:spPr>
          <a:xfrm>
            <a:off x="713563" y="1577777"/>
            <a:ext cx="28173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это работает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3563" y="2051645"/>
            <a:ext cx="2817345" cy="25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 формулируете задачу — система готовит результат — вы проверяете перед использованием.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Похоже на работу с коллегой: не контролируете каждую строку, но </a:t>
            </a:r>
            <a:r>
              <a:rPr lang="en-US" sz="14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обязательно проверяете итог</a:t>
            </a: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3162" y="1577777"/>
            <a:ext cx="292152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важно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3162" y="2074466"/>
            <a:ext cx="2921522" cy="17825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56189" y="2285901"/>
            <a:ext cx="23970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Хорошие тесты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56189" y="2759770"/>
            <a:ext cx="23970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них сложно понять, работает ли результат корректно.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3162" y="4040188"/>
            <a:ext cx="2921522" cy="20732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56189" y="4251623"/>
            <a:ext cx="2397065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Понимание приоритетов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356189" y="5016202"/>
            <a:ext cx="23970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Знайте, что проверять в первую очередь, чтобы не упустить критичное.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Автономный агент с лимитами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239790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ИИ получает цель, а не команду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442295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сам определяет последовательность действий, использует инструменты и анализирует результаты — без вашего участия на каждом шаге.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61475" y="3734891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05" y="3812977"/>
            <a:ext cx="121738" cy="974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074" y="3804345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Ошибка автономной системы может быть масштабнее, чем ошибка в одном запросе.</a:t>
            </a:r>
            <a:endParaRPr lang="en-US" sz="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0048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Chain-of-Thought: пошаговое решение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923752"/>
            <a:ext cx="629686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Вместо попытки сразу получить ответ система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разбивает сложную задачу на этапы анализа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679898"/>
            <a:ext cx="6296860" cy="2881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4877" y="4763576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Предложить изменение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565012" y="4649707"/>
            <a:ext cx="1182176" cy="68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Проверить предположение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083243" y="4877444"/>
            <a:ext cx="1182176" cy="227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Найти место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569086" y="4763576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Понять ошибку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33360" y="5754985"/>
            <a:ext cx="629686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Помогает модели работать со сложностью, но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заменяет проверку человеком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559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Self-Correction: самопроверка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45902"/>
            <a:ext cx="3560475" cy="35605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2940" y="2616101"/>
            <a:ext cx="69335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работает цикл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602940" y="2980730"/>
            <a:ext cx="693353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Полезно, когда первый вариант может быть неполным. Повышает качество, но </a:t>
            </a: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гарантирует правильность</a:t>
            </a: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если модель неверно поняла задачу, проверка будет на основе ошибочного предположения.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187057"/>
            <a:ext cx="3622882" cy="614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4962" y="5926038"/>
            <a:ext cx="331590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Получить задачу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5187057"/>
            <a:ext cx="3622882" cy="614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37844" y="5926038"/>
            <a:ext cx="331590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Сформировать решение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239" y="5187057"/>
            <a:ext cx="3622882" cy="6142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60726" y="5926038"/>
            <a:ext cx="331590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Проверить его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RAG: контекст из внешних источников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256855"/>
            <a:ext cx="5315512" cy="399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Большой проект содержит тысячи файлов, правила, документацию, архитектурные решения. Если передать модели только фрагмент — она может не знать важные детали.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RAG подключает внешнюю информацию перед ответом:</a:t>
            </a: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документация, база знаний, файлы проекта.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61475" y="3712666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05" y="3790752"/>
            <a:ext cx="121738" cy="974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8074" y="3782120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ответа зависит не только от модели, но и от того, какой контекст она получила.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6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154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Выбор подхода под задачу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33360" y="1447701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Нет универсального режима для всех ситуаций. Главное —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правильное распределение ответственности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244229"/>
            <a:ext cx="3056853" cy="1961852"/>
          </a:xfrm>
          <a:prstGeom prst="roundRect">
            <a:avLst>
              <a:gd name="adj" fmla="val 398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5741" y="2436614"/>
            <a:ext cx="26720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Много неизвестных?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25741" y="2837160"/>
            <a:ext cx="267209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Человек в контуре — контролируйте каждый шаг.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3367" y="2244229"/>
            <a:ext cx="3056853" cy="1961852"/>
          </a:xfrm>
          <a:prstGeom prst="roundRect">
            <a:avLst>
              <a:gd name="adj" fmla="val 398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65747" y="2436614"/>
            <a:ext cx="2672093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Задача хорошо описана?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65747" y="3127871"/>
            <a:ext cx="267209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Человек на ревью — доверяйте, но проверяйте итог.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438923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5741" y="458162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Повторяющиеся действия?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25741" y="498217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Автономный агент — с чёткими ограничениями.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233360" y="5675809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Самостоятельность ИИ должна соответствовать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сложности задачи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возможным последствиям ошибки.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Широкоэкранный</PresentationFormat>
  <Paragraphs>57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Nunito Sans</vt:lpstr>
      <vt:lpstr>Arial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2026-09-20T13:12:16Z</dcterms:created>
  <dcterms:modified xsi:type="dcterms:W3CDTF">2026-09-20T13:14:23Z</dcterms:modified>
</cp:coreProperties>
</file>