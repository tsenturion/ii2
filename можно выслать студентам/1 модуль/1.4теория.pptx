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19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050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Место AI-инструментов в современной разработке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6979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Искусственный интеллект стал частью самого рабочего процесса разработчика — не отдельной программой, а встроенным слоем. Разные инструменты решают разные задачи: одни ускоряют написание кода, другие анализируют целые проекты, третьи действуют автономно.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494510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76220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4730750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Главное — понимать, какой инструмент для какой задачи подходит.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AI-ассистенты в среде разработки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22463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Встроенные в редактор ассистенты анализируют ваш код и контекст прямо во время работы — предлагают продолжение, объясняют ошибки, подсказывают улучшения. Не нужно копировать код в чат и возвращаться обратно.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Такие инструменты работают в рамках отдельных запросов. Они отлично справляются с конкретными операциями, но не планируют большие изменения проекта самостоятельно.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30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Диалоговые интерфейсы для работы с кодом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057797"/>
            <a:ext cx="3053877" cy="2613918"/>
          </a:xfrm>
          <a:prstGeom prst="roundRect">
            <a:avLst>
              <a:gd name="adj" fmla="val 30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531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умеют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661841"/>
            <a:ext cx="26631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Описывать задачи обычным языком: объяснить сложный код, подготовить документацию, разобраться в ошибке. Гибче, чем точные команды.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057797"/>
            <a:ext cx="3053976" cy="2613918"/>
          </a:xfrm>
          <a:prstGeom prst="roundRect">
            <a:avLst>
              <a:gd name="adj" fmla="val 30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531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661841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Чат предоставляет информацию, но не изменяет сам проект. Применение результата остаётся вашей задачей.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86072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505608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Лучшее применение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46477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 и обучение. Чаты не заменяют полный процесс разработки, но отлично дополняют его.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9473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AI-инструменты с агентным подходом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125266"/>
            <a:ext cx="2940969" cy="349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отличается от помощника тем, что получает цель и сам разбивает её на этапы. Он анализирует результаты и повторяет действия без постоянного вмешательства человека.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Пример: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вместо объяснения, какие файлы менять, агент сам изучает проект, находит места использования зависимости, подготавливает изменения и проверяет результат.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23716" y="2159794"/>
            <a:ext cx="2940969" cy="1394619"/>
          </a:xfrm>
          <a:prstGeom prst="roundRect">
            <a:avLst>
              <a:gd name="adj" fmla="val 5123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390676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6450" y="2339975"/>
            <a:ext cx="2218178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Всегда ограничивайте автономность агента правилами безопасности — это критически важно.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3716" y="3726656"/>
            <a:ext cx="2940969" cy="1055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89020" y="3915767"/>
            <a:ext cx="24865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Помощник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289020" y="4334570"/>
            <a:ext cx="24865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Отвечает на запрос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3716" y="4935339"/>
            <a:ext cx="2940969" cy="1055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89020" y="5124450"/>
            <a:ext cx="24865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289020" y="5543252"/>
            <a:ext cx="24865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Достигает цели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7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Агентные фреймворки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99" y="1296095"/>
            <a:ext cx="7912398" cy="419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5105" y="4291392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95988" y="4605500"/>
            <a:ext cx="2095447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контекста и формулировка задачи.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69963" y="1825268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30846" y="2139375"/>
            <a:ext cx="2095447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Идентификация данных и инструментов для решения.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26038" y="1649194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Действие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26038" y="1963301"/>
            <a:ext cx="2095447" cy="52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Выполнение операций через выбранные инструменты.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65096" y="4291528"/>
            <a:ext cx="1956329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65096" y="4605636"/>
            <a:ext cx="2095447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результатов и корректировка стратегии.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623123"/>
            <a:ext cx="108687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Фреймворки организуют логику взаимодействия между моделью, памятью, внешними инструментами и состоянием задачи. Сам фреймворк — организатор процесса, а интеллектуальные решения принимает подключённая языковая модель. Применяются для автоматизации анализа кода, создания тестов и подготовки документации.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LangGraph и сложные рабочие процессы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01206"/>
            <a:ext cx="5315512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LangGraph представляет работу агента как управляемый процесс с состояниями и переходами. Система сохраняет промежуточные результаты и принимает решения о следующем шаге.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полезен для задач из нескольких взаимосвязанных операций. Ключевое преимущество — вы контролируете, какие действия разрешены агенту, какие данные ему доступны и когда нужно вмешательство человека.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3134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Локальные модели искусственного интеллекта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109589"/>
            <a:ext cx="6296860" cy="4017070"/>
          </a:xfrm>
          <a:prstGeom prst="roundRect">
            <a:avLst>
              <a:gd name="adj" fmla="val 187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115939"/>
            <a:ext cx="3142080" cy="2702421"/>
          </a:xfrm>
          <a:custGeom>
            <a:avLst/>
            <a:gdLst/>
            <a:ahLst/>
            <a:cxnLst/>
            <a:rect l="l" t="t" r="r" b="b"/>
            <a:pathLst>
              <a:path w="3142080" h="2702421">
                <a:moveTo>
                  <a:pt x="62849" y="0"/>
                </a:moveTo>
                <a:lnTo>
                  <a:pt x="3142080" y="0"/>
                </a:lnTo>
                <a:lnTo>
                  <a:pt x="3142080" y="2702421"/>
                </a:lnTo>
                <a:lnTo>
                  <a:pt x="0" y="2702421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847307" y="2295426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Зачем нужны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2678212"/>
            <a:ext cx="2783116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Запускаются на вашем компьютере или сервере организации без передачи данных внешним сервисам. Критично для закрытого кода и конфиденциальной информации.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09905" y="2115939"/>
            <a:ext cx="3142080" cy="2702421"/>
          </a:xfrm>
          <a:custGeom>
            <a:avLst/>
            <a:gdLst/>
            <a:ahLst/>
            <a:cxnLst/>
            <a:rect l="l" t="t" r="r" b="b"/>
            <a:pathLst>
              <a:path w="3142080" h="2702421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702421"/>
                </a:lnTo>
                <a:lnTo>
                  <a:pt x="0" y="2702421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2115939"/>
            <a:ext cx="25399" cy="2702421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3989387" y="2295426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Компромисс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989387" y="2678212"/>
            <a:ext cx="278311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Требуют вычислительных ресурсов. Качество зависит от размера модели и оборудования.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825" y="4818360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wR="62849" hR="62850" stAng="0" swAng="5400000"/>
                <a:lnTo>
                  <a:pt x="62849" y="1301948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81836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5" name="Text 12"/>
          <p:cNvSpPr/>
          <p:nvPr/>
        </p:nvSpPr>
        <p:spPr>
          <a:xfrm>
            <a:off x="847307" y="4997847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Баланс выбора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47307" y="5380633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Качество, скорость, стоимость и безопасность — четыре параметра, которые всегда в противоречии.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68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Семейства локальных моделей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5998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Популярные семейства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44266"/>
            <a:ext cx="6903269" cy="185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Llama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широкое распространение благодаря локальному запуску и развитой экосистеме инструментов.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Mistral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эффективное соотношение качества и потребляемых ресурсов.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разработки особенно интересны модели, обученные работать с кодом — они лучше понимают структуру программ.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609108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889500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826397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Иногда небольшая специализированная модель быстрее справляется с конкретной задачей, чем большая универсальная.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Протоколы взаимодействия AI-систем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протокол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Единый стандартизированный способ подключения моделей к внешним данным: документации, файлам проекта, базам данных.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Model Context Protocol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Современный пример протокола, организующего взаимодействие между AI и внешними источниками контекста.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в инфраструктуре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Протоколы становятся связующим уровнем между искусственным интеллектом и вашей инфраструктурой.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063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выбирать AI-инструмент для разработки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839516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Начните не с вопроса «какой самый мощный», а с «какую задачу решаем».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230834"/>
            <a:ext cx="803255" cy="9640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1251" y="2391470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Повседневные операции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601251" y="2724348"/>
            <a:ext cx="53570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Ассистент в редакторе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94844"/>
            <a:ext cx="803255" cy="964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1251" y="3355479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сложного кода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01251" y="3688358"/>
            <a:ext cx="53570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Инструмент с большим контекстом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158853"/>
            <a:ext cx="803255" cy="9640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1251" y="4319488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Автоматизация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601251" y="4652367"/>
            <a:ext cx="53570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Агентные системы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61475" y="5276453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Учитывайте безопасность данных, влияние на весь процесс разработки и реальное сокращение времени.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— это новый уровень инструментов, не замена программисту.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Чем лучше вы понимаете возможности разных подходов, тем эффективнее их используете.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Широкоэкранный</PresentationFormat>
  <Paragraphs>73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2026-09-20T13:33:04Z</dcterms:created>
  <dcterms:modified xsi:type="dcterms:W3CDTF">2026-09-20T20:06:37Z</dcterms:modified>
</cp:coreProperties>
</file>