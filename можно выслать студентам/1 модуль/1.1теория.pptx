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Nunito Sans" pitchFamily="2" charset="-52"/>
      <p:regular r:id="rId16"/>
      <p:italic r:id="rId17"/>
    </p:embeddedFont>
    <p:embeddedFont>
      <p:font typeface="Nunito Sans Bold" charset="-5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37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Классификация задач по этапам жизненного цикла ПО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ИИ — это инструмент, который работает по-разному на каждом этапе разработки. От проектирования до сопровождения задачи меняются, и поэтому меняется и способ применения технологии.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на этапе проектирования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0435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требований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540435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Выявление противоречий и неясных формулировок до начала разработки.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0435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Декомпозиция задач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540435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Определение компонентов системы, которые потребуют изменений.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0435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Подготовка вариантов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540435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Формирование альтернатив для обсуждения с командой и заказчиком.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на этапе кодирования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37172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04091" y="240714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247449" y="2436614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Генерация фрагментов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47449" y="2920901"/>
            <a:ext cx="271922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Типовые операции и повторяющиеся конструкции — без ручного написания с нуля.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02903" y="237172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3793" y="240714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817151" y="2436614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Автодополнение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817151" y="2920901"/>
            <a:ext cx="27193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Контекстные подсказки на основе уже написанного кода.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33201" y="450859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4091" y="454402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47449" y="4573488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Рефакторинг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247449" y="5057775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Улучшение читаемости и адаптация под новые версии библиотек.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22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на этапе тестирования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009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Тестовые сценарии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1835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Формирование проверок, включая граничные и нестандартные случаи.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009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ошибок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01835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Предложение возможных причин проблем по описанию симптомов.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90095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Автоматизация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Расширение набора проверяемых ситуаций за счёт автоматической подготовки данных.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43758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на этапе ревью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23419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Прежде чем код попадёт к человеку, ИИ проводит предварительный анализ изменений — выявляет повторения, сложные условия и отсутствие обработки ошибок. Это помогает сосредоточить внимание ревьюера на действительно важных местах.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на этапе деплоя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2602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конфигураций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668885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Расшифровка ошибок развёртывания и объяснение их причин.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2602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Сравнение версий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6688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Сопоставление конфигураций и оценка потенциального влияния изменений.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Подготовка решений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Предложения требуют обязательной проверки перед применением в продакшене.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на этапе сопровождения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593677"/>
            <a:ext cx="283461" cy="283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587823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логов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3072110"/>
            <a:ext cx="27192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Обработка больших объёмов диагностической информации за секунды.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017" y="2593677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5425" y="2587823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Локализация проблем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845425" y="3072110"/>
            <a:ext cx="27193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Определение вероятного места возникновения ошибки по её описанию.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363244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357390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Объяснение старого кода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4841677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Расшифровка унаследованных решений в долгоживущих проектах.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7042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важно классифицировать задачи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3147814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«Мы используем ИИ в разработке» — эта фраза ничего не говорит об эффективности.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935188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7DDB51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177903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разработчик применяет его для объяснения ошибок, другой — для генерации функций, третий — для тестов. Чтобы оценить реальную пользу, нужно определить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конкретную задачу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сравнить процесс до и после внедрения.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0393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Метрика: Time-to-first-response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863155"/>
            <a:ext cx="6296860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⏱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5233360" y="372308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Скорость отклика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4131766"/>
            <a:ext cx="62968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Время от формулировки запроса до первого полезного ответа.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33360" y="4646811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Особенно ценна для задач, где раньше много времени уходило на поиск информации. Показывает, насколько быстро разработчик получает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отправную точку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для решения.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58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Метрика: Доля принятых подсказок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24509"/>
            <a:ext cx="10868745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430859"/>
            <a:ext cx="3618616" cy="1996380"/>
          </a:xfrm>
          <a:custGeom>
            <a:avLst/>
            <a:gdLst/>
            <a:ahLst/>
            <a:cxnLst/>
            <a:rect l="l" t="t" r="r" b="b"/>
            <a:pathLst>
              <a:path w="3618616" h="1996380">
                <a:moveTo>
                  <a:pt x="66156" y="0"/>
                </a:moveTo>
                <a:lnTo>
                  <a:pt x="3618616" y="0"/>
                </a:lnTo>
                <a:lnTo>
                  <a:pt x="3618616" y="1996380"/>
                </a:lnTo>
                <a:lnTo>
                  <a:pt x="66156" y="1996380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619871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измеряет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028553"/>
            <a:ext cx="32406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Процент предложений ИИ, которые разработчик реально использует в своём коде.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440" y="2430859"/>
            <a:ext cx="3618715" cy="1996380"/>
          </a:xfrm>
          <a:prstGeom prst="rect">
            <a:avLst/>
          </a:prstGeom>
          <a:solidFill>
            <a:srgbClr val="DFF6D5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2430859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261987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Высокая доля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5447" y="3028553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всегда означает качество — возможно автоматическое принятие без проверки.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5155" y="2430859"/>
            <a:ext cx="3618715" cy="1996380"/>
          </a:xfrm>
          <a:custGeom>
            <a:avLst/>
            <a:gdLst/>
            <a:ahLst/>
            <a:cxnLst/>
            <a:rect l="l" t="t" r="r" b="b"/>
            <a:pathLst>
              <a:path w="3618715" h="1996380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1930222"/>
                </a:lnTo>
                <a:arcTo wR="66156" hR="66158" stAng="0" swAng="5400000"/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5155" y="2430859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3" name="Text 11"/>
          <p:cNvSpPr/>
          <p:nvPr/>
        </p:nvSpPr>
        <p:spPr>
          <a:xfrm>
            <a:off x="8094162" y="261987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61B4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Низкая доля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4162" y="3028553"/>
            <a:ext cx="324070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Может указывать на несоответствие инструмента текущим задачам или нерелевантные предложения.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64621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FF6D5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13908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488245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Метрика работает только в паре с качественной оценкой — цифра без контекста вводит в заблуждение.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5622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кода: от ошибок к результатам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91048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ИИ анализирует код, важно считать не все замечания подряд — а только те, которые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действительно привели к исправлению проблем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618719" y="3033613"/>
            <a:ext cx="2917851" cy="2255441"/>
          </a:xfrm>
          <a:prstGeom prst="roundRect">
            <a:avLst>
              <a:gd name="adj" fmla="val 3520"/>
            </a:avLst>
          </a:prstGeom>
          <a:solidFill>
            <a:srgbClr val="DFF6D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726" y="3314005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32967" y="3250902"/>
            <a:ext cx="2114596" cy="1820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💡 Если система выдала 10 предложений, но подтвердилось только 2 — это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 реальных дефекта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десять.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74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измерить, работает ли 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9617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Эффективность нельзя оценить по одной цифре. Если ИИ отвечает за 10 секунд вместо 10 минут, но разработчик потом 15 минут исправляет ошибки —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общая производительность может упасть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13634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37089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Поиск информации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4117677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Время до полезного ответа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513634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37089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Автодополнение кода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4117677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Процент принятых подсказок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513634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8600" y="37089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качества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4117677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Реально найденные дефекты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82" y="482808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Разные задачи требуют разных метрик — выбирайте ту, что отражает реальный результат.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на каждом этапе разработки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66986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ИИ помогает не в одной задаче, а </a:t>
            </a:r>
            <a:r>
              <a:rPr lang="en-US" sz="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 всём пути создания продукта</a:t>
            </a: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от проектирования и кодирования до тестирования, ревью, деплоя и поддержки.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5941"/>
            <a:ext cx="10868745" cy="476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55303" y="4581042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Кодирование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55303" y="4958835"/>
            <a:ext cx="1642671" cy="55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Генерация и ускорение разработки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73680" y="4286913"/>
            <a:ext cx="1642670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Деплой и поддержка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73680" y="4958835"/>
            <a:ext cx="1642670" cy="55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Внедрение и мониторинг продукта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03632" y="1604454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Проектирование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403632" y="2276376"/>
            <a:ext cx="1642671" cy="55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Формулировка целей и архитектуры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01093" y="1604454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Тестирование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01093" y="1982246"/>
            <a:ext cx="1642670" cy="37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Автотесты, анализ и ревью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6014740"/>
            <a:ext cx="10868745" cy="312440"/>
          </a:xfrm>
          <a:prstGeom prst="roundRect">
            <a:avLst>
              <a:gd name="adj" fmla="val 14690"/>
            </a:avLst>
          </a:prstGeom>
          <a:solidFill>
            <a:srgbClr val="DFF6D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12" y="6105128"/>
            <a:ext cx="136522" cy="109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16471" y="6105128"/>
            <a:ext cx="11014097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Главный вопрос всегда один: </a:t>
            </a:r>
            <a:r>
              <a:rPr lang="en-US" sz="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даёт ли это измеримое преимущество именно в вашем случае?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PresentationFormat>Широкоэкранный</PresentationFormat>
  <Paragraphs>94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Nunito Sans</vt:lpstr>
      <vt:lpstr>Arial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2026-09-20T10:51:30Z</dcterms:created>
  <dcterms:modified xsi:type="dcterms:W3CDTF">2026-09-20T10:56:37Z</dcterms:modified>
</cp:coreProperties>
</file>